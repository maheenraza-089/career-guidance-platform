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6B5DD3">
              <a:alpha val="8000"/>
            </a:srgbClr>
          </a:solidFill>
          <a:ln w="6350">
            <a:solidFill>
              <a:srgbClr val="6B5D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3D52A0">
              <a:alpha val="12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-91440"/>
            <a:ext cx="3657600" cy="3657600"/>
          </a:xfrm>
          <a:prstGeom prst="ellipse">
            <a:avLst/>
          </a:prstGeom>
          <a:solidFill>
            <a:srgbClr val="1B2C6B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200400"/>
            <a:ext cx="3657600" cy="3200400"/>
          </a:xfrm>
          <a:prstGeom prst="ellipse">
            <a:avLst/>
          </a:prstGeom>
          <a:solidFill>
            <a:srgbClr val="3D52A0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313944" cy="54864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" y="0"/>
            <a:ext cx="313944" cy="54864"/>
          </a:xfrm>
          <a:prstGeom prst="rect">
            <a:avLst/>
          </a:prstGeom>
          <a:solidFill>
            <a:srgbClr val="6761D5"/>
          </a:solidFill>
          <a:ln w="12700">
            <a:solidFill>
              <a:srgbClr val="676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0"/>
            <a:ext cx="313944" cy="54864"/>
          </a:xfrm>
          <a:prstGeom prst="rect">
            <a:avLst/>
          </a:prstGeom>
          <a:solidFill>
            <a:srgbClr val="6465D6"/>
          </a:solidFill>
          <a:ln w="12700">
            <a:solidFill>
              <a:srgbClr val="6465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0"/>
            <a:ext cx="313944" cy="54864"/>
          </a:xfrm>
          <a:prstGeom prst="rect">
            <a:avLst/>
          </a:prstGeom>
          <a:solidFill>
            <a:srgbClr val="6069D8"/>
          </a:solidFill>
          <a:ln w="12700">
            <a:solidFill>
              <a:srgbClr val="6069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9200" y="0"/>
            <a:ext cx="313944" cy="54864"/>
          </a:xfrm>
          <a:prstGeom prst="rect">
            <a:avLst/>
          </a:prstGeom>
          <a:solidFill>
            <a:srgbClr val="5C6DD9"/>
          </a:solidFill>
          <a:ln w="12700">
            <a:solidFill>
              <a:srgbClr val="5C6D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24000" y="0"/>
            <a:ext cx="313944" cy="54864"/>
          </a:xfrm>
          <a:prstGeom prst="rect">
            <a:avLst/>
          </a:prstGeom>
          <a:solidFill>
            <a:srgbClr val="5972DB"/>
          </a:solidFill>
          <a:ln w="12700">
            <a:solidFill>
              <a:srgbClr val="5972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0"/>
            <a:ext cx="313944" cy="54864"/>
          </a:xfrm>
          <a:prstGeom prst="rect">
            <a:avLst/>
          </a:prstGeom>
          <a:solidFill>
            <a:srgbClr val="5576DC"/>
          </a:solidFill>
          <a:ln w="12700">
            <a:solidFill>
              <a:srgbClr val="557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3600" y="0"/>
            <a:ext cx="313944" cy="54864"/>
          </a:xfrm>
          <a:prstGeom prst="rect">
            <a:avLst/>
          </a:prstGeom>
          <a:solidFill>
            <a:srgbClr val="517ADE"/>
          </a:solidFill>
          <a:ln w="12700">
            <a:solidFill>
              <a:srgbClr val="517A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8400" y="0"/>
            <a:ext cx="313944" cy="54864"/>
          </a:xfrm>
          <a:prstGeom prst="rect">
            <a:avLst/>
          </a:prstGeom>
          <a:solidFill>
            <a:srgbClr val="4D7EDF"/>
          </a:solidFill>
          <a:ln w="12700">
            <a:solidFill>
              <a:srgbClr val="4D7E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0"/>
            <a:ext cx="313944" cy="54864"/>
          </a:xfrm>
          <a:prstGeom prst="rect">
            <a:avLst/>
          </a:prstGeom>
          <a:solidFill>
            <a:srgbClr val="4A82E1"/>
          </a:solidFill>
          <a:ln w="12700">
            <a:solidFill>
              <a:srgbClr val="4A82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48000" y="0"/>
            <a:ext cx="313944" cy="54864"/>
          </a:xfrm>
          <a:prstGeom prst="rect">
            <a:avLst/>
          </a:prstGeom>
          <a:solidFill>
            <a:srgbClr val="4686E2"/>
          </a:solidFill>
          <a:ln w="12700">
            <a:solidFill>
              <a:srgbClr val="4686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52800" y="0"/>
            <a:ext cx="313944" cy="54864"/>
          </a:xfrm>
          <a:prstGeom prst="rect">
            <a:avLst/>
          </a:prstGeom>
          <a:solidFill>
            <a:srgbClr val="428AE4"/>
          </a:solidFill>
          <a:ln w="12700">
            <a:solidFill>
              <a:srgbClr val="428A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0"/>
            <a:ext cx="313944" cy="54864"/>
          </a:xfrm>
          <a:prstGeom prst="rect">
            <a:avLst/>
          </a:prstGeom>
          <a:solidFill>
            <a:srgbClr val="3F8EE5"/>
          </a:solidFill>
          <a:ln w="12700">
            <a:solidFill>
              <a:srgbClr val="3F8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62400" y="0"/>
            <a:ext cx="313944" cy="54864"/>
          </a:xfrm>
          <a:prstGeom prst="rect">
            <a:avLst/>
          </a:prstGeom>
          <a:solidFill>
            <a:srgbClr val="3B92E7"/>
          </a:solidFill>
          <a:ln w="12700">
            <a:solidFill>
              <a:srgbClr val="3B92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67200" y="0"/>
            <a:ext cx="313944" cy="54864"/>
          </a:xfrm>
          <a:prstGeom prst="rect">
            <a:avLst/>
          </a:prstGeom>
          <a:solidFill>
            <a:srgbClr val="3796E8"/>
          </a:solidFill>
          <a:ln w="12700">
            <a:solidFill>
              <a:srgbClr val="3796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0"/>
            <a:ext cx="313944" cy="54864"/>
          </a:xfrm>
          <a:prstGeom prst="rect">
            <a:avLst/>
          </a:prstGeom>
          <a:solidFill>
            <a:srgbClr val="349BEA"/>
          </a:solidFill>
          <a:ln w="12700">
            <a:solidFill>
              <a:srgbClr val="349B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76800" y="0"/>
            <a:ext cx="313944" cy="54864"/>
          </a:xfrm>
          <a:prstGeom prst="rect">
            <a:avLst/>
          </a:prstGeom>
          <a:solidFill>
            <a:srgbClr val="309FEB"/>
          </a:solidFill>
          <a:ln w="12700">
            <a:solidFill>
              <a:srgbClr val="309F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81600" y="0"/>
            <a:ext cx="313944" cy="54864"/>
          </a:xfrm>
          <a:prstGeom prst="rect">
            <a:avLst/>
          </a:prstGeom>
          <a:solidFill>
            <a:srgbClr val="2CA3ED"/>
          </a:solidFill>
          <a:ln w="12700">
            <a:solidFill>
              <a:srgbClr val="2CA3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0"/>
            <a:ext cx="313944" cy="54864"/>
          </a:xfrm>
          <a:prstGeom prst="rect">
            <a:avLst/>
          </a:prstGeom>
          <a:solidFill>
            <a:srgbClr val="29A7EE"/>
          </a:solidFill>
          <a:ln w="12700">
            <a:solidFill>
              <a:srgbClr val="29A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91200" y="0"/>
            <a:ext cx="313944" cy="54864"/>
          </a:xfrm>
          <a:prstGeom prst="rect">
            <a:avLst/>
          </a:prstGeom>
          <a:solidFill>
            <a:srgbClr val="25ABF0"/>
          </a:solidFill>
          <a:ln w="12700">
            <a:solidFill>
              <a:srgbClr val="25AB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6000" y="0"/>
            <a:ext cx="313944" cy="54864"/>
          </a:xfrm>
          <a:prstGeom prst="rect">
            <a:avLst/>
          </a:prstGeom>
          <a:solidFill>
            <a:srgbClr val="21AFF1"/>
          </a:solidFill>
          <a:ln w="12700">
            <a:solidFill>
              <a:srgbClr val="21AF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0"/>
            <a:ext cx="313944" cy="54864"/>
          </a:xfrm>
          <a:prstGeom prst="rect">
            <a:avLst/>
          </a:prstGeom>
          <a:solidFill>
            <a:srgbClr val="1EB3F3"/>
          </a:solidFill>
          <a:ln w="12700">
            <a:solidFill>
              <a:srgbClr val="1EB3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05600" y="0"/>
            <a:ext cx="313944" cy="54864"/>
          </a:xfrm>
          <a:prstGeom prst="rect">
            <a:avLst/>
          </a:prstGeom>
          <a:solidFill>
            <a:srgbClr val="1AB7F4"/>
          </a:solidFill>
          <a:ln w="12700">
            <a:solidFill>
              <a:srgbClr val="1AB7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10400" y="0"/>
            <a:ext cx="313944" cy="54864"/>
          </a:xfrm>
          <a:prstGeom prst="rect">
            <a:avLst/>
          </a:prstGeom>
          <a:solidFill>
            <a:srgbClr val="16BBF6"/>
          </a:solidFill>
          <a:ln w="12700">
            <a:solidFill>
              <a:srgbClr val="16BB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0"/>
            <a:ext cx="313944" cy="54864"/>
          </a:xfrm>
          <a:prstGeom prst="rect">
            <a:avLst/>
          </a:prstGeom>
          <a:solidFill>
            <a:srgbClr val="12BFF7"/>
          </a:solidFill>
          <a:ln w="12700">
            <a:solidFill>
              <a:srgbClr val="12BF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0" y="0"/>
            <a:ext cx="313944" cy="54864"/>
          </a:xfrm>
          <a:prstGeom prst="rect">
            <a:avLst/>
          </a:prstGeom>
          <a:solidFill>
            <a:srgbClr val="0FC4F9"/>
          </a:solidFill>
          <a:ln w="12700">
            <a:solidFill>
              <a:srgbClr val="0FC4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24800" y="0"/>
            <a:ext cx="313944" cy="54864"/>
          </a:xfrm>
          <a:prstGeom prst="rect">
            <a:avLst/>
          </a:prstGeom>
          <a:solidFill>
            <a:srgbClr val="0BC8FA"/>
          </a:solidFill>
          <a:ln w="12700">
            <a:solidFill>
              <a:srgbClr val="0BC8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0"/>
            <a:ext cx="313944" cy="54864"/>
          </a:xfrm>
          <a:prstGeom prst="rect">
            <a:avLst/>
          </a:prstGeom>
          <a:solidFill>
            <a:srgbClr val="07CCFC"/>
          </a:solidFill>
          <a:ln w="12700">
            <a:solidFill>
              <a:srgbClr val="07C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34400" y="0"/>
            <a:ext cx="313944" cy="54864"/>
          </a:xfrm>
          <a:prstGeom prst="rect">
            <a:avLst/>
          </a:prstGeom>
          <a:solidFill>
            <a:srgbClr val="04D0FD"/>
          </a:solidFill>
          <a:ln w="12700">
            <a:solidFill>
              <a:srgbClr val="04D0F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39200" y="0"/>
            <a:ext cx="313944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256032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</a:t>
            </a:r>
            <a:pPr indent="0" marL="0">
              <a:buNone/>
            </a:pPr>
            <a:r>
              <a:rPr lang="en-US" sz="58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Finder</a:t>
            </a:r>
            <a:endParaRPr lang="en-US" sz="5800" dirty="0"/>
          </a:p>
        </p:txBody>
      </p:sp>
      <p:sp>
        <p:nvSpPr>
          <p:cNvPr id="37" name="Text 35"/>
          <p:cNvSpPr/>
          <p:nvPr/>
        </p:nvSpPr>
        <p:spPr>
          <a:xfrm>
            <a:off x="384048" y="11704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.AI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384048" y="18105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Intelligence Platform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84048" y="2286000"/>
            <a:ext cx="1234440" cy="1234440"/>
          </a:xfrm>
          <a:prstGeom prst="ellipse">
            <a:avLst/>
          </a:prstGeom>
          <a:solidFill>
            <a:srgbClr val="1B2C6B"/>
          </a:solidFill>
          <a:ln/>
          <a:effectLst>
            <a:outerShdw sx="100000" sy="100000" kx="0" ky="0" algn="bl" rotWithShape="0" blurRad="304800" dist="76200" dir="8100000">
              <a:srgbClr val="6B5DD3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8056" y="2350008"/>
            <a:ext cx="1106424" cy="1106424"/>
          </a:xfrm>
          <a:prstGeom prst="ellipse">
            <a:avLst/>
          </a:prstGeom>
          <a:solidFill>
            <a:srgbClr val="131C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228600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🧭</a:t>
            </a:r>
            <a:endParaRPr lang="en-US" sz="3800" dirty="0"/>
          </a:p>
        </p:txBody>
      </p:sp>
      <p:sp>
        <p:nvSpPr>
          <p:cNvPr id="42" name="Shape 40"/>
          <p:cNvSpPr/>
          <p:nvPr/>
        </p:nvSpPr>
        <p:spPr>
          <a:xfrm>
            <a:off x="384048" y="3675888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76656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44" name="Shape 42"/>
          <p:cNvSpPr/>
          <p:nvPr/>
        </p:nvSpPr>
        <p:spPr>
          <a:xfrm>
            <a:off x="969264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45" name="Shape 43"/>
          <p:cNvSpPr/>
          <p:nvPr/>
        </p:nvSpPr>
        <p:spPr>
          <a:xfrm>
            <a:off x="1261872" y="3675888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554480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47" name="Shape 45"/>
          <p:cNvSpPr/>
          <p:nvPr/>
        </p:nvSpPr>
        <p:spPr>
          <a:xfrm>
            <a:off x="1847088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48" name="Shape 46"/>
          <p:cNvSpPr/>
          <p:nvPr/>
        </p:nvSpPr>
        <p:spPr>
          <a:xfrm>
            <a:off x="2139696" y="3675888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9" name="Shape 47"/>
          <p:cNvSpPr/>
          <p:nvPr/>
        </p:nvSpPr>
        <p:spPr>
          <a:xfrm>
            <a:off x="2432304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50" name="Shape 48"/>
          <p:cNvSpPr/>
          <p:nvPr/>
        </p:nvSpPr>
        <p:spPr>
          <a:xfrm>
            <a:off x="2724912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51" name="Shape 49"/>
          <p:cNvSpPr/>
          <p:nvPr/>
        </p:nvSpPr>
        <p:spPr>
          <a:xfrm>
            <a:off x="3017520" y="3675888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2" name="Shape 50"/>
          <p:cNvSpPr/>
          <p:nvPr/>
        </p:nvSpPr>
        <p:spPr>
          <a:xfrm>
            <a:off x="3310128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53" name="Shape 51"/>
          <p:cNvSpPr/>
          <p:nvPr/>
        </p:nvSpPr>
        <p:spPr>
          <a:xfrm>
            <a:off x="3602736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54" name="Shape 52"/>
          <p:cNvSpPr/>
          <p:nvPr/>
        </p:nvSpPr>
        <p:spPr>
          <a:xfrm>
            <a:off x="3895344" y="3675888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5" name="Shape 53"/>
          <p:cNvSpPr/>
          <p:nvPr/>
        </p:nvSpPr>
        <p:spPr>
          <a:xfrm>
            <a:off x="4187952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56" name="Shape 54"/>
          <p:cNvSpPr/>
          <p:nvPr/>
        </p:nvSpPr>
        <p:spPr>
          <a:xfrm>
            <a:off x="4480560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57" name="Shape 55"/>
          <p:cNvSpPr/>
          <p:nvPr/>
        </p:nvSpPr>
        <p:spPr>
          <a:xfrm>
            <a:off x="4773168" y="3675888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8" name="Shape 56"/>
          <p:cNvSpPr/>
          <p:nvPr/>
        </p:nvSpPr>
        <p:spPr>
          <a:xfrm>
            <a:off x="5065776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59" name="Shape 57"/>
          <p:cNvSpPr/>
          <p:nvPr/>
        </p:nvSpPr>
        <p:spPr>
          <a:xfrm>
            <a:off x="5358384" y="3675888"/>
            <a:ext cx="73152" cy="73152"/>
          </a:xfrm>
          <a:prstGeom prst="ellipse">
            <a:avLst/>
          </a:prstGeom>
          <a:solidFill>
            <a:srgbClr val="1B2C6B"/>
          </a:solidFill>
          <a:ln/>
        </p:spPr>
      </p:sp>
      <p:sp>
        <p:nvSpPr>
          <p:cNvPr id="60" name="Text 58"/>
          <p:cNvSpPr/>
          <p:nvPr/>
        </p:nvSpPr>
        <p:spPr>
          <a:xfrm>
            <a:off x="384048" y="382219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students with AI-driven guidance, smart career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and personalised skill roadmaps.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126480" y="502920"/>
            <a:ext cx="1371600" cy="1920240"/>
          </a:xfrm>
          <a:prstGeom prst="roundRect">
            <a:avLst>
              <a:gd name="adj" fmla="val 8000"/>
            </a:avLst>
          </a:prstGeom>
          <a:solidFill>
            <a:srgbClr val="1B2C6B">
              <a:alpha val="8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26480" y="502920"/>
            <a:ext cx="1371600" cy="45720"/>
          </a:xfrm>
          <a:prstGeom prst="roundRect">
            <a:avLst/>
          </a:prstGeom>
          <a:solidFill>
            <a:srgbClr val="00D4FF"/>
          </a:solidFill>
          <a:ln/>
        </p:spPr>
      </p:sp>
      <p:sp>
        <p:nvSpPr>
          <p:cNvPr id="63" name="Text 61"/>
          <p:cNvSpPr/>
          <p:nvPr/>
        </p:nvSpPr>
        <p:spPr>
          <a:xfrm>
            <a:off x="6126480" y="685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55+</a:t>
            </a:r>
            <a:endParaRPr lang="en-US" sz="3600" dirty="0"/>
          </a:p>
        </p:txBody>
      </p:sp>
      <p:sp>
        <p:nvSpPr>
          <p:cNvPr id="64" name="Text 62"/>
          <p:cNvSpPr/>
          <p:nvPr/>
        </p:nvSpPr>
        <p:spPr>
          <a:xfrm>
            <a:off x="6126480" y="15453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635240" y="502920"/>
            <a:ext cx="1371600" cy="1920240"/>
          </a:xfrm>
          <a:prstGeom prst="roundRect">
            <a:avLst>
              <a:gd name="adj" fmla="val 8000"/>
            </a:avLst>
          </a:prstGeom>
          <a:solidFill>
            <a:srgbClr val="1B2C6B">
              <a:alpha val="8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635240" y="502920"/>
            <a:ext cx="1371600" cy="45720"/>
          </a:xfrm>
          <a:prstGeom prst="roundRect">
            <a:avLst/>
          </a:prstGeom>
          <a:solidFill>
            <a:srgbClr val="6B5DD3"/>
          </a:solidFill>
          <a:ln/>
        </p:spPr>
      </p:sp>
      <p:sp>
        <p:nvSpPr>
          <p:cNvPr id="67" name="Text 65"/>
          <p:cNvSpPr/>
          <p:nvPr/>
        </p:nvSpPr>
        <p:spPr>
          <a:xfrm>
            <a:off x="7635240" y="685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5D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68" name="Text 66"/>
          <p:cNvSpPr/>
          <p:nvPr/>
        </p:nvSpPr>
        <p:spPr>
          <a:xfrm>
            <a:off x="7635240" y="15453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126480" y="2651760"/>
            <a:ext cx="1371600" cy="1920240"/>
          </a:xfrm>
          <a:prstGeom prst="roundRect">
            <a:avLst>
              <a:gd name="adj" fmla="val 8000"/>
            </a:avLst>
          </a:prstGeom>
          <a:solidFill>
            <a:srgbClr val="1B2C6B">
              <a:alpha val="8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126480" y="2651760"/>
            <a:ext cx="1371600" cy="45720"/>
          </a:xfrm>
          <a:prstGeom prst="roundRect">
            <a:avLst/>
          </a:prstGeom>
          <a:solidFill>
            <a:srgbClr val="F0B429"/>
          </a:solidFill>
          <a:ln/>
        </p:spPr>
      </p:sp>
      <p:sp>
        <p:nvSpPr>
          <p:cNvPr id="71" name="Text 69"/>
          <p:cNvSpPr/>
          <p:nvPr/>
        </p:nvSpPr>
        <p:spPr>
          <a:xfrm>
            <a:off x="6126480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72" name="Text 70"/>
          <p:cNvSpPr/>
          <p:nvPr/>
        </p:nvSpPr>
        <p:spPr>
          <a:xfrm>
            <a:off x="6126480" y="36941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Modules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635240" y="2651760"/>
            <a:ext cx="1371600" cy="1920240"/>
          </a:xfrm>
          <a:prstGeom prst="roundRect">
            <a:avLst>
              <a:gd name="adj" fmla="val 8000"/>
            </a:avLst>
          </a:prstGeom>
          <a:solidFill>
            <a:srgbClr val="1B2C6B">
              <a:alpha val="8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635240" y="2651760"/>
            <a:ext cx="1371600" cy="45720"/>
          </a:xfrm>
          <a:prstGeom prst="roundRect">
            <a:avLst/>
          </a:prstGeom>
          <a:solidFill>
            <a:srgbClr val="F25C8A"/>
          </a:solidFill>
          <a:ln/>
        </p:spPr>
      </p:sp>
      <p:sp>
        <p:nvSpPr>
          <p:cNvPr id="75" name="Text 73"/>
          <p:cNvSpPr/>
          <p:nvPr/>
        </p:nvSpPr>
        <p:spPr>
          <a:xfrm>
            <a:off x="7635240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5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Groq</a:t>
            </a:r>
            <a:endParaRPr lang="en-US" sz="3600" dirty="0"/>
          </a:p>
        </p:txBody>
      </p:sp>
      <p:sp>
        <p:nvSpPr>
          <p:cNvPr id="76" name="Text 74"/>
          <p:cNvSpPr/>
          <p:nvPr/>
        </p:nvSpPr>
        <p:spPr>
          <a:xfrm>
            <a:off x="7635240" y="36941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84048" y="4645152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1B2C6B">
              <a:alpha val="7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384048" y="46451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Smart Matching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03120" y="4645152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1B2C6B">
              <a:alpha val="7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2103120" y="46451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Roadmaps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822192" y="4645152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1B2C6B">
              <a:alpha val="7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3822192" y="46451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Institutes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0" y="5010912"/>
            <a:ext cx="313944" cy="3657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04800" y="5010912"/>
            <a:ext cx="313944" cy="36576"/>
          </a:xfrm>
          <a:prstGeom prst="rect">
            <a:avLst/>
          </a:prstGeom>
          <a:solidFill>
            <a:srgbClr val="3F52A2"/>
          </a:solidFill>
          <a:ln w="12700">
            <a:solidFill>
              <a:srgbClr val="3F52A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09600" y="5010912"/>
            <a:ext cx="313944" cy="36576"/>
          </a:xfrm>
          <a:prstGeom prst="rect">
            <a:avLst/>
          </a:prstGeom>
          <a:solidFill>
            <a:srgbClr val="4053A4"/>
          </a:solidFill>
          <a:ln w="12700">
            <a:solidFill>
              <a:srgbClr val="4053A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14400" y="5010912"/>
            <a:ext cx="313944" cy="36576"/>
          </a:xfrm>
          <a:prstGeom prst="rect">
            <a:avLst/>
          </a:prstGeom>
          <a:solidFill>
            <a:srgbClr val="4253A5"/>
          </a:solidFill>
          <a:ln w="12700">
            <a:solidFill>
              <a:srgbClr val="4253A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219200" y="5010912"/>
            <a:ext cx="313944" cy="36576"/>
          </a:xfrm>
          <a:prstGeom prst="rect">
            <a:avLst/>
          </a:prstGeom>
          <a:solidFill>
            <a:srgbClr val="4354A7"/>
          </a:solidFill>
          <a:ln w="12700">
            <a:solidFill>
              <a:srgbClr val="4354A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24000" y="5010912"/>
            <a:ext cx="313944" cy="36576"/>
          </a:xfrm>
          <a:prstGeom prst="rect">
            <a:avLst/>
          </a:prstGeom>
          <a:solidFill>
            <a:srgbClr val="4554A9"/>
          </a:solidFill>
          <a:ln w="12700">
            <a:solidFill>
              <a:srgbClr val="4554A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28800" y="5010912"/>
            <a:ext cx="313944" cy="36576"/>
          </a:xfrm>
          <a:prstGeom prst="rect">
            <a:avLst/>
          </a:prstGeom>
          <a:solidFill>
            <a:srgbClr val="4754AB"/>
          </a:solidFill>
          <a:ln w="12700">
            <a:solidFill>
              <a:srgbClr val="4754A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33600" y="5010912"/>
            <a:ext cx="313944" cy="36576"/>
          </a:xfrm>
          <a:prstGeom prst="rect">
            <a:avLst/>
          </a:prstGeom>
          <a:solidFill>
            <a:srgbClr val="4855AC"/>
          </a:solidFill>
          <a:ln w="12700">
            <a:solidFill>
              <a:srgbClr val="4855A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38400" y="5010912"/>
            <a:ext cx="313944" cy="36576"/>
          </a:xfrm>
          <a:prstGeom prst="rect">
            <a:avLst/>
          </a:prstGeom>
          <a:solidFill>
            <a:srgbClr val="4A55AE"/>
          </a:solidFill>
          <a:ln w="12700">
            <a:solidFill>
              <a:srgbClr val="4A55A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0" y="5010912"/>
            <a:ext cx="313944" cy="36576"/>
          </a:xfrm>
          <a:prstGeom prst="rect">
            <a:avLst/>
          </a:prstGeom>
          <a:solidFill>
            <a:srgbClr val="4B55B0"/>
          </a:solidFill>
          <a:ln w="12700">
            <a:solidFill>
              <a:srgbClr val="4B55B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48000" y="5010912"/>
            <a:ext cx="313944" cy="36576"/>
          </a:xfrm>
          <a:prstGeom prst="rect">
            <a:avLst/>
          </a:prstGeom>
          <a:solidFill>
            <a:srgbClr val="4D56B2"/>
          </a:solidFill>
          <a:ln w="12700">
            <a:solidFill>
              <a:srgbClr val="4D56B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52800" y="5010912"/>
            <a:ext cx="313944" cy="36576"/>
          </a:xfrm>
          <a:prstGeom prst="rect">
            <a:avLst/>
          </a:prstGeom>
          <a:solidFill>
            <a:srgbClr val="4E56B3"/>
          </a:solidFill>
          <a:ln w="12700">
            <a:solidFill>
              <a:srgbClr val="4E56B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657600" y="5010912"/>
            <a:ext cx="313944" cy="36576"/>
          </a:xfrm>
          <a:prstGeom prst="rect">
            <a:avLst/>
          </a:prstGeom>
          <a:solidFill>
            <a:srgbClr val="5057B5"/>
          </a:solidFill>
          <a:ln w="12700">
            <a:solidFill>
              <a:srgbClr val="5057B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62400" y="5010912"/>
            <a:ext cx="313944" cy="36576"/>
          </a:xfrm>
          <a:prstGeom prst="rect">
            <a:avLst/>
          </a:prstGeom>
          <a:solidFill>
            <a:srgbClr val="5257B7"/>
          </a:solidFill>
          <a:ln w="12700">
            <a:solidFill>
              <a:srgbClr val="5257B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267200" y="5010912"/>
            <a:ext cx="313944" cy="36576"/>
          </a:xfrm>
          <a:prstGeom prst="rect">
            <a:avLst/>
          </a:prstGeom>
          <a:solidFill>
            <a:srgbClr val="5357B9"/>
          </a:solidFill>
          <a:ln w="12700">
            <a:solidFill>
              <a:srgbClr val="5357B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572000" y="5010912"/>
            <a:ext cx="313944" cy="36576"/>
          </a:xfrm>
          <a:prstGeom prst="rect">
            <a:avLst/>
          </a:prstGeom>
          <a:solidFill>
            <a:srgbClr val="5558BA"/>
          </a:solidFill>
          <a:ln w="12700">
            <a:solidFill>
              <a:srgbClr val="5558B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876800" y="5010912"/>
            <a:ext cx="313944" cy="36576"/>
          </a:xfrm>
          <a:prstGeom prst="rect">
            <a:avLst/>
          </a:prstGeom>
          <a:solidFill>
            <a:srgbClr val="5658BC"/>
          </a:solidFill>
          <a:ln w="12700">
            <a:solidFill>
              <a:srgbClr val="5658B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181600" y="5010912"/>
            <a:ext cx="313944" cy="36576"/>
          </a:xfrm>
          <a:prstGeom prst="rect">
            <a:avLst/>
          </a:prstGeom>
          <a:solidFill>
            <a:srgbClr val="5858BE"/>
          </a:solidFill>
          <a:ln w="12700">
            <a:solidFill>
              <a:srgbClr val="5858B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486400" y="5010912"/>
            <a:ext cx="313944" cy="36576"/>
          </a:xfrm>
          <a:prstGeom prst="rect">
            <a:avLst/>
          </a:prstGeom>
          <a:solidFill>
            <a:srgbClr val="5A59C0"/>
          </a:solidFill>
          <a:ln w="12700">
            <a:solidFill>
              <a:srgbClr val="5A59C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791200" y="5010912"/>
            <a:ext cx="313944" cy="36576"/>
          </a:xfrm>
          <a:prstGeom prst="rect">
            <a:avLst/>
          </a:prstGeom>
          <a:solidFill>
            <a:srgbClr val="5B59C1"/>
          </a:solidFill>
          <a:ln w="12700">
            <a:solidFill>
              <a:srgbClr val="5B59C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096000" y="5010912"/>
            <a:ext cx="313944" cy="36576"/>
          </a:xfrm>
          <a:prstGeom prst="rect">
            <a:avLst/>
          </a:prstGeom>
          <a:solidFill>
            <a:srgbClr val="5D5AC3"/>
          </a:solidFill>
          <a:ln w="12700">
            <a:solidFill>
              <a:srgbClr val="5D5AC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400800" y="5010912"/>
            <a:ext cx="313944" cy="36576"/>
          </a:xfrm>
          <a:prstGeom prst="rect">
            <a:avLst/>
          </a:prstGeom>
          <a:solidFill>
            <a:srgbClr val="5E5AC5"/>
          </a:solidFill>
          <a:ln w="12700">
            <a:solidFill>
              <a:srgbClr val="5E5AC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05600" y="5010912"/>
            <a:ext cx="313944" cy="36576"/>
          </a:xfrm>
          <a:prstGeom prst="rect">
            <a:avLst/>
          </a:prstGeom>
          <a:solidFill>
            <a:srgbClr val="605AC7"/>
          </a:solidFill>
          <a:ln w="12700">
            <a:solidFill>
              <a:srgbClr val="605AC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010400" y="5010912"/>
            <a:ext cx="313944" cy="36576"/>
          </a:xfrm>
          <a:prstGeom prst="rect">
            <a:avLst/>
          </a:prstGeom>
          <a:solidFill>
            <a:srgbClr val="615BC8"/>
          </a:solidFill>
          <a:ln w="12700">
            <a:solidFill>
              <a:srgbClr val="615BC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315200" y="5010912"/>
            <a:ext cx="313944" cy="36576"/>
          </a:xfrm>
          <a:prstGeom prst="rect">
            <a:avLst/>
          </a:prstGeom>
          <a:solidFill>
            <a:srgbClr val="635BCA"/>
          </a:solidFill>
          <a:ln w="12700">
            <a:solidFill>
              <a:srgbClr val="635BC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620000" y="5010912"/>
            <a:ext cx="313944" cy="36576"/>
          </a:xfrm>
          <a:prstGeom prst="rect">
            <a:avLst/>
          </a:prstGeom>
          <a:solidFill>
            <a:srgbClr val="655BCC"/>
          </a:solidFill>
          <a:ln w="12700">
            <a:solidFill>
              <a:srgbClr val="655B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24800" y="5010912"/>
            <a:ext cx="313944" cy="36576"/>
          </a:xfrm>
          <a:prstGeom prst="rect">
            <a:avLst/>
          </a:prstGeom>
          <a:solidFill>
            <a:srgbClr val="665CCE"/>
          </a:solidFill>
          <a:ln w="12700">
            <a:solidFill>
              <a:srgbClr val="665CC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5010912"/>
            <a:ext cx="313944" cy="36576"/>
          </a:xfrm>
          <a:prstGeom prst="rect">
            <a:avLst/>
          </a:prstGeom>
          <a:solidFill>
            <a:srgbClr val="685CCF"/>
          </a:solidFill>
          <a:ln w="12700">
            <a:solidFill>
              <a:srgbClr val="685CC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534400" y="5010912"/>
            <a:ext cx="313944" cy="36576"/>
          </a:xfrm>
          <a:prstGeom prst="rect">
            <a:avLst/>
          </a:prstGeom>
          <a:solidFill>
            <a:srgbClr val="695DD1"/>
          </a:solidFill>
          <a:ln w="12700">
            <a:solidFill>
              <a:srgbClr val="695DD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839200" y="5010912"/>
            <a:ext cx="313944" cy="36576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Streamlit · Scikit-Learn · Groq AI · Plotly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B2C6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6B5DD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13944" cy="5029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0"/>
            <a:ext cx="313944" cy="50292"/>
          </a:xfrm>
          <a:prstGeom prst="rect">
            <a:avLst/>
          </a:prstGeom>
          <a:solidFill>
            <a:srgbClr val="F0B12C"/>
          </a:solidFill>
          <a:ln w="12700">
            <a:solidFill>
              <a:srgbClr val="F0B1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0"/>
            <a:ext cx="313944" cy="50292"/>
          </a:xfrm>
          <a:prstGeom prst="rect">
            <a:avLst/>
          </a:prstGeom>
          <a:solidFill>
            <a:srgbClr val="F0AE30"/>
          </a:solidFill>
          <a:ln w="12700">
            <a:solidFill>
              <a:srgbClr val="F0A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0"/>
            <a:ext cx="313944" cy="50292"/>
          </a:xfrm>
          <a:prstGeom prst="rect">
            <a:avLst/>
          </a:prstGeom>
          <a:solidFill>
            <a:srgbClr val="F0AB33"/>
          </a:solidFill>
          <a:ln w="12700">
            <a:solidFill>
              <a:srgbClr val="F0AB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0"/>
            <a:ext cx="313944" cy="50292"/>
          </a:xfrm>
          <a:prstGeom prst="rect">
            <a:avLst/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0"/>
            <a:ext cx="313944" cy="50292"/>
          </a:xfrm>
          <a:prstGeom prst="rect">
            <a:avLst/>
          </a:prstGeom>
          <a:solidFill>
            <a:srgbClr val="F0A53A"/>
          </a:solidFill>
          <a:ln w="12700">
            <a:solidFill>
              <a:srgbClr val="F0A5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313944" cy="50292"/>
          </a:xfrm>
          <a:prstGeom prst="rect">
            <a:avLst/>
          </a:prstGeom>
          <a:solidFill>
            <a:srgbClr val="F0A23D"/>
          </a:solidFill>
          <a:ln w="12700">
            <a:solidFill>
              <a:srgbClr val="F0A2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3600" y="0"/>
            <a:ext cx="313944" cy="50292"/>
          </a:xfrm>
          <a:prstGeom prst="rect">
            <a:avLst/>
          </a:prstGeom>
          <a:solidFill>
            <a:srgbClr val="F09F40"/>
          </a:solidFill>
          <a:ln w="12700">
            <a:solidFill>
              <a:srgbClr val="F09F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8400" y="0"/>
            <a:ext cx="313944" cy="50292"/>
          </a:xfrm>
          <a:prstGeom prst="rect">
            <a:avLst/>
          </a:prstGeom>
          <a:solidFill>
            <a:srgbClr val="F19C44"/>
          </a:solidFill>
          <a:ln w="12700">
            <a:solidFill>
              <a:srgbClr val="F19C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0"/>
            <a:ext cx="313944" cy="50292"/>
          </a:xfrm>
          <a:prstGeom prst="rect">
            <a:avLst/>
          </a:prstGeom>
          <a:solidFill>
            <a:srgbClr val="F19947"/>
          </a:solidFill>
          <a:ln w="12700">
            <a:solidFill>
              <a:srgbClr val="F199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8000" y="0"/>
            <a:ext cx="313944" cy="50292"/>
          </a:xfrm>
          <a:prstGeom prst="rect">
            <a:avLst/>
          </a:prstGeom>
          <a:solidFill>
            <a:srgbClr val="F1964A"/>
          </a:solidFill>
          <a:ln w="12700">
            <a:solidFill>
              <a:srgbClr val="F196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2800" y="0"/>
            <a:ext cx="313944" cy="50292"/>
          </a:xfrm>
          <a:prstGeom prst="rect">
            <a:avLst/>
          </a:prstGeom>
          <a:solidFill>
            <a:srgbClr val="F1934E"/>
          </a:solidFill>
          <a:ln w="12700">
            <a:solidFill>
              <a:srgbClr val="F193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313944" cy="50292"/>
          </a:xfrm>
          <a:prstGeom prst="rect">
            <a:avLst/>
          </a:prstGeom>
          <a:solidFill>
            <a:srgbClr val="F19051"/>
          </a:solidFill>
          <a:ln w="12700">
            <a:solidFill>
              <a:srgbClr val="F190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2400" y="0"/>
            <a:ext cx="313944" cy="50292"/>
          </a:xfrm>
          <a:prstGeom prst="rect">
            <a:avLst/>
          </a:prstGeom>
          <a:solidFill>
            <a:srgbClr val="F18D54"/>
          </a:solidFill>
          <a:ln w="12700">
            <a:solidFill>
              <a:srgbClr val="F18D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7200" y="0"/>
            <a:ext cx="313944" cy="50292"/>
          </a:xfrm>
          <a:prstGeom prst="rect">
            <a:avLst/>
          </a:prstGeom>
          <a:solidFill>
            <a:srgbClr val="F18A58"/>
          </a:solidFill>
          <a:ln w="12700">
            <a:solidFill>
              <a:srgbClr val="F18A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313944" cy="50292"/>
          </a:xfrm>
          <a:prstGeom prst="rect">
            <a:avLst/>
          </a:prstGeom>
          <a:solidFill>
            <a:srgbClr val="F1865B"/>
          </a:solidFill>
          <a:ln w="12700">
            <a:solidFill>
              <a:srgbClr val="F186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6800" y="0"/>
            <a:ext cx="313944" cy="50292"/>
          </a:xfrm>
          <a:prstGeom prst="rect">
            <a:avLst/>
          </a:prstGeom>
          <a:solidFill>
            <a:srgbClr val="F1835F"/>
          </a:solidFill>
          <a:ln w="12700">
            <a:solidFill>
              <a:srgbClr val="F183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1600" y="0"/>
            <a:ext cx="313944" cy="50292"/>
          </a:xfrm>
          <a:prstGeom prst="rect">
            <a:avLst/>
          </a:prstGeom>
          <a:solidFill>
            <a:srgbClr val="F18062"/>
          </a:solidFill>
          <a:ln w="12700">
            <a:solidFill>
              <a:srgbClr val="F180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0"/>
            <a:ext cx="313944" cy="50292"/>
          </a:xfrm>
          <a:prstGeom prst="rect">
            <a:avLst/>
          </a:prstGeom>
          <a:solidFill>
            <a:srgbClr val="F17D65"/>
          </a:solidFill>
          <a:ln w="12700">
            <a:solidFill>
              <a:srgbClr val="F17D6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1200" y="0"/>
            <a:ext cx="313944" cy="50292"/>
          </a:xfrm>
          <a:prstGeom prst="rect">
            <a:avLst/>
          </a:prstGeom>
          <a:solidFill>
            <a:srgbClr val="F17A69"/>
          </a:solidFill>
          <a:ln w="12700">
            <a:solidFill>
              <a:srgbClr val="F17A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0"/>
            <a:ext cx="313944" cy="50292"/>
          </a:xfrm>
          <a:prstGeom prst="rect">
            <a:avLst/>
          </a:prstGeom>
          <a:solidFill>
            <a:srgbClr val="F1776C"/>
          </a:solidFill>
          <a:ln w="12700">
            <a:solidFill>
              <a:srgbClr val="F177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0"/>
            <a:ext cx="313944" cy="50292"/>
          </a:xfrm>
          <a:prstGeom prst="rect">
            <a:avLst/>
          </a:prstGeom>
          <a:solidFill>
            <a:srgbClr val="F1746F"/>
          </a:solidFill>
          <a:ln w="12700">
            <a:solidFill>
              <a:srgbClr val="F174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5600" y="0"/>
            <a:ext cx="313944" cy="50292"/>
          </a:xfrm>
          <a:prstGeom prst="rect">
            <a:avLst/>
          </a:prstGeom>
          <a:solidFill>
            <a:srgbClr val="F27173"/>
          </a:solidFill>
          <a:ln w="12700">
            <a:solidFill>
              <a:srgbClr val="F271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0400" y="0"/>
            <a:ext cx="313944" cy="50292"/>
          </a:xfrm>
          <a:prstGeom prst="rect">
            <a:avLst/>
          </a:prstGeom>
          <a:solidFill>
            <a:srgbClr val="F26E76"/>
          </a:solidFill>
          <a:ln w="12700">
            <a:solidFill>
              <a:srgbClr val="F26E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0"/>
            <a:ext cx="313944" cy="50292"/>
          </a:xfrm>
          <a:prstGeom prst="rect">
            <a:avLst/>
          </a:prstGeom>
          <a:solidFill>
            <a:srgbClr val="F26B79"/>
          </a:solidFill>
          <a:ln w="12700">
            <a:solidFill>
              <a:srgbClr val="F26B7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0" y="0"/>
            <a:ext cx="313944" cy="50292"/>
          </a:xfrm>
          <a:prstGeom prst="rect">
            <a:avLst/>
          </a:prstGeom>
          <a:solidFill>
            <a:srgbClr val="F2687D"/>
          </a:solidFill>
          <a:ln w="12700">
            <a:solidFill>
              <a:srgbClr val="F268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4800" y="0"/>
            <a:ext cx="313944" cy="50292"/>
          </a:xfrm>
          <a:prstGeom prst="rect">
            <a:avLst/>
          </a:prstGeom>
          <a:solidFill>
            <a:srgbClr val="F26580"/>
          </a:solidFill>
          <a:ln w="12700">
            <a:solidFill>
              <a:srgbClr val="F265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0"/>
            <a:ext cx="313944" cy="50292"/>
          </a:xfrm>
          <a:prstGeom prst="rect">
            <a:avLst/>
          </a:prstGeom>
          <a:solidFill>
            <a:srgbClr val="F26283"/>
          </a:solidFill>
          <a:ln w="12700">
            <a:solidFill>
              <a:srgbClr val="F262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34400" y="0"/>
            <a:ext cx="313944" cy="50292"/>
          </a:xfrm>
          <a:prstGeom prst="rect">
            <a:avLst/>
          </a:prstGeom>
          <a:solidFill>
            <a:srgbClr val="F25F87"/>
          </a:solidFill>
          <a:ln w="12700">
            <a:solidFill>
              <a:srgbClr val="F25F8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39200" y="0"/>
            <a:ext cx="313944" cy="50292"/>
          </a:xfrm>
          <a:prstGeom prst="rect">
            <a:avLst/>
          </a:prstGeom>
          <a:solidFill>
            <a:srgbClr val="F25C8A"/>
          </a:solidFill>
          <a:ln w="12700">
            <a:solidFill>
              <a:srgbClr val="F25C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66928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Passion,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Driven by Purpose</a:t>
            </a:r>
            <a:endParaRPr lang="en-US" sz="4000" dirty="0"/>
          </a:p>
        </p:txBody>
      </p:sp>
      <p:sp>
        <p:nvSpPr>
          <p:cNvPr id="36" name="Shape 34"/>
          <p:cNvSpPr/>
          <p:nvPr/>
        </p:nvSpPr>
        <p:spPr>
          <a:xfrm>
            <a:off x="457200" y="1901952"/>
            <a:ext cx="283464" cy="36576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1901952"/>
            <a:ext cx="283464" cy="36576"/>
          </a:xfrm>
          <a:prstGeom prst="rect">
            <a:avLst/>
          </a:prstGeom>
          <a:solidFill>
            <a:srgbClr val="6761D5"/>
          </a:solidFill>
          <a:ln w="12700">
            <a:solidFill>
              <a:srgbClr val="6761D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1901952"/>
            <a:ext cx="283464" cy="36576"/>
          </a:xfrm>
          <a:prstGeom prst="rect">
            <a:avLst/>
          </a:prstGeom>
          <a:solidFill>
            <a:srgbClr val="6465D6"/>
          </a:solidFill>
          <a:ln w="12700">
            <a:solidFill>
              <a:srgbClr val="6465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80160" y="1901952"/>
            <a:ext cx="283464" cy="36576"/>
          </a:xfrm>
          <a:prstGeom prst="rect">
            <a:avLst/>
          </a:prstGeom>
          <a:solidFill>
            <a:srgbClr val="6069D8"/>
          </a:solidFill>
          <a:ln w="12700">
            <a:solidFill>
              <a:srgbClr val="6069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54480" y="1901952"/>
            <a:ext cx="283464" cy="36576"/>
          </a:xfrm>
          <a:prstGeom prst="rect">
            <a:avLst/>
          </a:prstGeom>
          <a:solidFill>
            <a:srgbClr val="5C6DD9"/>
          </a:solidFill>
          <a:ln w="12700">
            <a:solidFill>
              <a:srgbClr val="5C6D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0" y="1901952"/>
            <a:ext cx="283464" cy="36576"/>
          </a:xfrm>
          <a:prstGeom prst="rect">
            <a:avLst/>
          </a:prstGeom>
          <a:solidFill>
            <a:srgbClr val="5972DB"/>
          </a:solidFill>
          <a:ln w="12700">
            <a:solidFill>
              <a:srgbClr val="5972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1901952"/>
            <a:ext cx="283464" cy="36576"/>
          </a:xfrm>
          <a:prstGeom prst="rect">
            <a:avLst/>
          </a:prstGeom>
          <a:solidFill>
            <a:srgbClr val="5576DC"/>
          </a:solidFill>
          <a:ln w="12700">
            <a:solidFill>
              <a:srgbClr val="5576D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77440" y="1901952"/>
            <a:ext cx="283464" cy="36576"/>
          </a:xfrm>
          <a:prstGeom prst="rect">
            <a:avLst/>
          </a:prstGeom>
          <a:solidFill>
            <a:srgbClr val="517ADE"/>
          </a:solidFill>
          <a:ln w="12700">
            <a:solidFill>
              <a:srgbClr val="517AD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1901952"/>
            <a:ext cx="283464" cy="36576"/>
          </a:xfrm>
          <a:prstGeom prst="rect">
            <a:avLst/>
          </a:prstGeom>
          <a:solidFill>
            <a:srgbClr val="4D7EDF"/>
          </a:solidFill>
          <a:ln w="12700">
            <a:solidFill>
              <a:srgbClr val="4D7E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1901952"/>
            <a:ext cx="283464" cy="36576"/>
          </a:xfrm>
          <a:prstGeom prst="rect">
            <a:avLst/>
          </a:prstGeom>
          <a:solidFill>
            <a:srgbClr val="4A82E1"/>
          </a:solidFill>
          <a:ln w="12700">
            <a:solidFill>
              <a:srgbClr val="4A82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1901952"/>
            <a:ext cx="283464" cy="36576"/>
          </a:xfrm>
          <a:prstGeom prst="rect">
            <a:avLst/>
          </a:prstGeom>
          <a:solidFill>
            <a:srgbClr val="4686E2"/>
          </a:solidFill>
          <a:ln w="12700">
            <a:solidFill>
              <a:srgbClr val="4686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0" y="1901952"/>
            <a:ext cx="283464" cy="36576"/>
          </a:xfrm>
          <a:prstGeom prst="rect">
            <a:avLst/>
          </a:prstGeom>
          <a:solidFill>
            <a:srgbClr val="428AE4"/>
          </a:solidFill>
          <a:ln w="12700">
            <a:solidFill>
              <a:srgbClr val="428A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1901952"/>
            <a:ext cx="283464" cy="36576"/>
          </a:xfrm>
          <a:prstGeom prst="rect">
            <a:avLst/>
          </a:prstGeom>
          <a:solidFill>
            <a:srgbClr val="3F8EE5"/>
          </a:solidFill>
          <a:ln w="12700">
            <a:solidFill>
              <a:srgbClr val="3F8E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23360" y="1901952"/>
            <a:ext cx="283464" cy="36576"/>
          </a:xfrm>
          <a:prstGeom prst="rect">
            <a:avLst/>
          </a:prstGeom>
          <a:solidFill>
            <a:srgbClr val="3B92E7"/>
          </a:solidFill>
          <a:ln w="12700">
            <a:solidFill>
              <a:srgbClr val="3B92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97680" y="1901952"/>
            <a:ext cx="283464" cy="36576"/>
          </a:xfrm>
          <a:prstGeom prst="rect">
            <a:avLst/>
          </a:prstGeom>
          <a:solidFill>
            <a:srgbClr val="3796E8"/>
          </a:solidFill>
          <a:ln w="12700">
            <a:solidFill>
              <a:srgbClr val="3796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1901952"/>
            <a:ext cx="283464" cy="36576"/>
          </a:xfrm>
          <a:prstGeom prst="rect">
            <a:avLst/>
          </a:prstGeom>
          <a:solidFill>
            <a:srgbClr val="349BEA"/>
          </a:solidFill>
          <a:ln w="12700">
            <a:solidFill>
              <a:srgbClr val="349B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1901952"/>
            <a:ext cx="283464" cy="36576"/>
          </a:xfrm>
          <a:prstGeom prst="rect">
            <a:avLst/>
          </a:prstGeom>
          <a:solidFill>
            <a:srgbClr val="309FEB"/>
          </a:solidFill>
          <a:ln w="12700">
            <a:solidFill>
              <a:srgbClr val="309F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1901952"/>
            <a:ext cx="283464" cy="36576"/>
          </a:xfrm>
          <a:prstGeom prst="rect">
            <a:avLst/>
          </a:prstGeom>
          <a:solidFill>
            <a:srgbClr val="2CA3ED"/>
          </a:solidFill>
          <a:ln w="12700">
            <a:solidFill>
              <a:srgbClr val="2CA3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94960" y="1901952"/>
            <a:ext cx="283464" cy="36576"/>
          </a:xfrm>
          <a:prstGeom prst="rect">
            <a:avLst/>
          </a:prstGeom>
          <a:solidFill>
            <a:srgbClr val="29A7EE"/>
          </a:solidFill>
          <a:ln w="12700">
            <a:solidFill>
              <a:srgbClr val="29A7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69280" y="1901952"/>
            <a:ext cx="283464" cy="36576"/>
          </a:xfrm>
          <a:prstGeom prst="rect">
            <a:avLst/>
          </a:prstGeom>
          <a:solidFill>
            <a:srgbClr val="25ABF0"/>
          </a:solidFill>
          <a:ln w="12700">
            <a:solidFill>
              <a:srgbClr val="25AB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43600" y="1901952"/>
            <a:ext cx="283464" cy="36576"/>
          </a:xfrm>
          <a:prstGeom prst="rect">
            <a:avLst/>
          </a:prstGeom>
          <a:solidFill>
            <a:srgbClr val="21AFF1"/>
          </a:solidFill>
          <a:ln w="12700">
            <a:solidFill>
              <a:srgbClr val="21AFF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1901952"/>
            <a:ext cx="283464" cy="36576"/>
          </a:xfrm>
          <a:prstGeom prst="rect">
            <a:avLst/>
          </a:prstGeom>
          <a:solidFill>
            <a:srgbClr val="1EB3F3"/>
          </a:solidFill>
          <a:ln w="12700">
            <a:solidFill>
              <a:srgbClr val="1EB3F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901952"/>
            <a:ext cx="283464" cy="36576"/>
          </a:xfrm>
          <a:prstGeom prst="rect">
            <a:avLst/>
          </a:prstGeom>
          <a:solidFill>
            <a:srgbClr val="1AB7F4"/>
          </a:solidFill>
          <a:ln w="12700">
            <a:solidFill>
              <a:srgbClr val="1AB7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1901952"/>
            <a:ext cx="283464" cy="36576"/>
          </a:xfrm>
          <a:prstGeom prst="rect">
            <a:avLst/>
          </a:prstGeom>
          <a:solidFill>
            <a:srgbClr val="16BBF6"/>
          </a:solidFill>
          <a:ln w="12700">
            <a:solidFill>
              <a:srgbClr val="16BB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40880" y="1901952"/>
            <a:ext cx="283464" cy="36576"/>
          </a:xfrm>
          <a:prstGeom prst="rect">
            <a:avLst/>
          </a:prstGeom>
          <a:solidFill>
            <a:srgbClr val="12BFF7"/>
          </a:solidFill>
          <a:ln w="12700">
            <a:solidFill>
              <a:srgbClr val="12BFF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15200" y="1901952"/>
            <a:ext cx="283464" cy="36576"/>
          </a:xfrm>
          <a:prstGeom prst="rect">
            <a:avLst/>
          </a:prstGeom>
          <a:solidFill>
            <a:srgbClr val="0FC4F9"/>
          </a:solidFill>
          <a:ln w="12700">
            <a:solidFill>
              <a:srgbClr val="0FC4F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901952"/>
            <a:ext cx="283464" cy="36576"/>
          </a:xfrm>
          <a:prstGeom prst="rect">
            <a:avLst/>
          </a:prstGeom>
          <a:solidFill>
            <a:srgbClr val="0BC8FA"/>
          </a:solidFill>
          <a:ln w="12700">
            <a:solidFill>
              <a:srgbClr val="0BC8F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3840" y="1901952"/>
            <a:ext cx="283464" cy="36576"/>
          </a:xfrm>
          <a:prstGeom prst="rect">
            <a:avLst/>
          </a:prstGeom>
          <a:solidFill>
            <a:srgbClr val="07CCFC"/>
          </a:solidFill>
          <a:ln w="12700">
            <a:solidFill>
              <a:srgbClr val="07CCF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38160" y="1901952"/>
            <a:ext cx="283464" cy="36576"/>
          </a:xfrm>
          <a:prstGeom prst="rect">
            <a:avLst/>
          </a:prstGeom>
          <a:solidFill>
            <a:srgbClr val="04D0FD"/>
          </a:solidFill>
          <a:ln w="12700">
            <a:solidFill>
              <a:srgbClr val="04D0F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12480" y="1901952"/>
            <a:ext cx="283464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2029968"/>
            <a:ext cx="3977640" cy="2697480"/>
          </a:xfrm>
          <a:prstGeom prst="rect">
            <a:avLst/>
          </a:prstGeom>
          <a:solidFill>
            <a:srgbClr val="1B2C6B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57200" y="2029968"/>
            <a:ext cx="3977640" cy="5029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68" name="Shape 66"/>
          <p:cNvSpPr/>
          <p:nvPr/>
        </p:nvSpPr>
        <p:spPr>
          <a:xfrm>
            <a:off x="1943100" y="2194560"/>
            <a:ext cx="1005840" cy="1005840"/>
          </a:xfrm>
          <a:prstGeom prst="ellipse">
            <a:avLst/>
          </a:prstGeom>
          <a:solidFill>
            <a:srgbClr val="F0B429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016252" y="2267712"/>
            <a:ext cx="859536" cy="859536"/>
          </a:xfrm>
          <a:prstGeom prst="ellipse">
            <a:avLst/>
          </a:prstGeom>
          <a:solidFill>
            <a:srgbClr val="0D1635"/>
          </a:solidFill>
          <a:ln/>
        </p:spPr>
      </p:sp>
      <p:sp>
        <p:nvSpPr>
          <p:cNvPr id="70" name="Text 68"/>
          <p:cNvSpPr/>
          <p:nvPr/>
        </p:nvSpPr>
        <p:spPr>
          <a:xfrm>
            <a:off x="2016252" y="2267712"/>
            <a:ext cx="859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TJ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594360" y="32918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Tahira Muhammad Javed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594360" y="363931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&amp; AI Architect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005840" y="3904488"/>
            <a:ext cx="105156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1852" y="3904488"/>
            <a:ext cx="105156" cy="27432"/>
          </a:xfrm>
          <a:prstGeom prst="rect">
            <a:avLst/>
          </a:prstGeom>
          <a:solidFill>
            <a:srgbClr val="E8AF29"/>
          </a:solidFill>
          <a:ln w="12700">
            <a:solidFill>
              <a:srgbClr val="E8AF2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97864" y="3904488"/>
            <a:ext cx="105156" cy="27432"/>
          </a:xfrm>
          <a:prstGeom prst="rect">
            <a:avLst/>
          </a:prstGeom>
          <a:solidFill>
            <a:srgbClr val="E0A92A"/>
          </a:solidFill>
          <a:ln w="12700">
            <a:solidFill>
              <a:srgbClr val="E0A92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293876" y="3904488"/>
            <a:ext cx="105156" cy="27432"/>
          </a:xfrm>
          <a:prstGeom prst="rect">
            <a:avLst/>
          </a:prstGeom>
          <a:solidFill>
            <a:srgbClr val="D9A42A"/>
          </a:solidFill>
          <a:ln w="12700">
            <a:solidFill>
              <a:srgbClr val="D9A42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89888" y="3904488"/>
            <a:ext cx="105156" cy="27432"/>
          </a:xfrm>
          <a:prstGeom prst="rect">
            <a:avLst/>
          </a:prstGeom>
          <a:solidFill>
            <a:srgbClr val="D19E2B"/>
          </a:solidFill>
          <a:ln w="12700">
            <a:solidFill>
              <a:srgbClr val="D19E2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485900" y="3904488"/>
            <a:ext cx="105156" cy="27432"/>
          </a:xfrm>
          <a:prstGeom prst="rect">
            <a:avLst/>
          </a:prstGeom>
          <a:solidFill>
            <a:srgbClr val="C9992B"/>
          </a:solidFill>
          <a:ln w="12700">
            <a:solidFill>
              <a:srgbClr val="C9992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581912" y="3904488"/>
            <a:ext cx="105156" cy="27432"/>
          </a:xfrm>
          <a:prstGeom prst="rect">
            <a:avLst/>
          </a:prstGeom>
          <a:solidFill>
            <a:srgbClr val="C1932B"/>
          </a:solidFill>
          <a:ln w="12700">
            <a:solidFill>
              <a:srgbClr val="C1932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677924" y="3904488"/>
            <a:ext cx="105156" cy="27432"/>
          </a:xfrm>
          <a:prstGeom prst="rect">
            <a:avLst/>
          </a:prstGeom>
          <a:solidFill>
            <a:srgbClr val="B98E2C"/>
          </a:solidFill>
          <a:ln w="12700">
            <a:solidFill>
              <a:srgbClr val="B98E2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73936" y="3904488"/>
            <a:ext cx="105156" cy="27432"/>
          </a:xfrm>
          <a:prstGeom prst="rect">
            <a:avLst/>
          </a:prstGeom>
          <a:solidFill>
            <a:srgbClr val="B1882C"/>
          </a:solidFill>
          <a:ln w="12700">
            <a:solidFill>
              <a:srgbClr val="B1882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69948" y="3904488"/>
            <a:ext cx="105156" cy="27432"/>
          </a:xfrm>
          <a:prstGeom prst="rect">
            <a:avLst/>
          </a:prstGeom>
          <a:solidFill>
            <a:srgbClr val="AA832D"/>
          </a:solidFill>
          <a:ln w="12700">
            <a:solidFill>
              <a:srgbClr val="AA832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65960" y="3904488"/>
            <a:ext cx="105156" cy="27432"/>
          </a:xfrm>
          <a:prstGeom prst="rect">
            <a:avLst/>
          </a:prstGeom>
          <a:solidFill>
            <a:srgbClr val="A27E2D"/>
          </a:solidFill>
          <a:ln w="12700">
            <a:solidFill>
              <a:srgbClr val="A27E2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061972" y="3904488"/>
            <a:ext cx="105156" cy="27432"/>
          </a:xfrm>
          <a:prstGeom prst="rect">
            <a:avLst/>
          </a:prstGeom>
          <a:solidFill>
            <a:srgbClr val="9A782E"/>
          </a:solidFill>
          <a:ln w="12700">
            <a:solidFill>
              <a:srgbClr val="9A782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57984" y="3904488"/>
            <a:ext cx="105156" cy="27432"/>
          </a:xfrm>
          <a:prstGeom prst="rect">
            <a:avLst/>
          </a:prstGeom>
          <a:solidFill>
            <a:srgbClr val="92732E"/>
          </a:solidFill>
          <a:ln w="12700">
            <a:solidFill>
              <a:srgbClr val="92732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253996" y="3904488"/>
            <a:ext cx="105156" cy="27432"/>
          </a:xfrm>
          <a:prstGeom prst="rect">
            <a:avLst/>
          </a:prstGeom>
          <a:solidFill>
            <a:srgbClr val="8A6D2E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350008" y="3904488"/>
            <a:ext cx="105156" cy="27432"/>
          </a:xfrm>
          <a:prstGeom prst="rect">
            <a:avLst/>
          </a:prstGeom>
          <a:solidFill>
            <a:srgbClr val="82682F"/>
          </a:solidFill>
          <a:ln w="12700">
            <a:solidFill>
              <a:srgbClr val="82682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46020" y="3904488"/>
            <a:ext cx="105156" cy="27432"/>
          </a:xfrm>
          <a:prstGeom prst="rect">
            <a:avLst/>
          </a:prstGeom>
          <a:solidFill>
            <a:srgbClr val="7B622F"/>
          </a:solidFill>
          <a:ln w="12700">
            <a:solidFill>
              <a:srgbClr val="7B622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42032" y="3904488"/>
            <a:ext cx="105156" cy="27432"/>
          </a:xfrm>
          <a:prstGeom prst="rect">
            <a:avLst/>
          </a:prstGeom>
          <a:solidFill>
            <a:srgbClr val="735D30"/>
          </a:solidFill>
          <a:ln w="12700">
            <a:solidFill>
              <a:srgbClr val="735D3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638044" y="3904488"/>
            <a:ext cx="105156" cy="27432"/>
          </a:xfrm>
          <a:prstGeom prst="rect">
            <a:avLst/>
          </a:prstGeom>
          <a:solidFill>
            <a:srgbClr val="6B5730"/>
          </a:solidFill>
          <a:ln w="12700">
            <a:solidFill>
              <a:srgbClr val="6B573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734056" y="3904488"/>
            <a:ext cx="105156" cy="27432"/>
          </a:xfrm>
          <a:prstGeom prst="rect">
            <a:avLst/>
          </a:prstGeom>
          <a:solidFill>
            <a:srgbClr val="635230"/>
          </a:solidFill>
          <a:ln w="12700">
            <a:solidFill>
              <a:srgbClr val="63523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830068" y="3904488"/>
            <a:ext cx="105156" cy="27432"/>
          </a:xfrm>
          <a:prstGeom prst="rect">
            <a:avLst/>
          </a:prstGeom>
          <a:solidFill>
            <a:srgbClr val="5B4C31"/>
          </a:solidFill>
          <a:ln w="12700">
            <a:solidFill>
              <a:srgbClr val="5B4C3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926080" y="3904488"/>
            <a:ext cx="105156" cy="27432"/>
          </a:xfrm>
          <a:prstGeom prst="rect">
            <a:avLst/>
          </a:prstGeom>
          <a:solidFill>
            <a:srgbClr val="534731"/>
          </a:solidFill>
          <a:ln w="12700">
            <a:solidFill>
              <a:srgbClr val="53473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22092" y="3904488"/>
            <a:ext cx="105156" cy="27432"/>
          </a:xfrm>
          <a:prstGeom prst="rect">
            <a:avLst/>
          </a:prstGeom>
          <a:solidFill>
            <a:srgbClr val="4C4232"/>
          </a:solidFill>
          <a:ln w="12700">
            <a:solidFill>
              <a:srgbClr val="4C423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18104" y="3904488"/>
            <a:ext cx="105156" cy="27432"/>
          </a:xfrm>
          <a:prstGeom prst="rect">
            <a:avLst/>
          </a:prstGeom>
          <a:solidFill>
            <a:srgbClr val="443C32"/>
          </a:solidFill>
          <a:ln w="12700">
            <a:solidFill>
              <a:srgbClr val="443C3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14116" y="3904488"/>
            <a:ext cx="105156" cy="27432"/>
          </a:xfrm>
          <a:prstGeom prst="rect">
            <a:avLst/>
          </a:prstGeom>
          <a:solidFill>
            <a:srgbClr val="3C3733"/>
          </a:solidFill>
          <a:ln w="12700">
            <a:solidFill>
              <a:srgbClr val="3C37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10128" y="3904488"/>
            <a:ext cx="105156" cy="27432"/>
          </a:xfrm>
          <a:prstGeom prst="rect">
            <a:avLst/>
          </a:prstGeom>
          <a:solidFill>
            <a:srgbClr val="343133"/>
          </a:solidFill>
          <a:ln w="12700">
            <a:solidFill>
              <a:srgbClr val="3431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406140" y="3904488"/>
            <a:ext cx="105156" cy="27432"/>
          </a:xfrm>
          <a:prstGeom prst="rect">
            <a:avLst/>
          </a:prstGeom>
          <a:solidFill>
            <a:srgbClr val="2C2C33"/>
          </a:solidFill>
          <a:ln w="12700">
            <a:solidFill>
              <a:srgbClr val="2C2C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02152" y="3904488"/>
            <a:ext cx="105156" cy="27432"/>
          </a:xfrm>
          <a:prstGeom prst="rect">
            <a:avLst/>
          </a:prstGeom>
          <a:solidFill>
            <a:srgbClr val="242634"/>
          </a:solidFill>
          <a:ln w="12700">
            <a:solidFill>
              <a:srgbClr val="24263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98164" y="3904488"/>
            <a:ext cx="105156" cy="27432"/>
          </a:xfrm>
          <a:prstGeom prst="rect">
            <a:avLst/>
          </a:prstGeom>
          <a:solidFill>
            <a:srgbClr val="1D2134"/>
          </a:solidFill>
          <a:ln w="12700">
            <a:solidFill>
              <a:srgbClr val="1D213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94176" y="3904488"/>
            <a:ext cx="105156" cy="27432"/>
          </a:xfrm>
          <a:prstGeom prst="rect">
            <a:avLst/>
          </a:prstGeom>
          <a:solidFill>
            <a:srgbClr val="151B35"/>
          </a:solidFill>
          <a:ln w="12700">
            <a:solidFill>
              <a:srgbClr val="151B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90188" y="3904488"/>
            <a:ext cx="105156" cy="27432"/>
          </a:xfrm>
          <a:prstGeom prst="rect">
            <a:avLst/>
          </a:prstGeom>
          <a:solidFill>
            <a:srgbClr val="0D1635"/>
          </a:solidFill>
          <a:ln w="12700">
            <a:solidFill>
              <a:srgbClr val="0D163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1792" y="3968496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AI matching engine, LLM integrations, and full-stack Streamlit interface.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594360" y="44714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linkedin.com/in/tahira-muhammad-javed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800600" y="2029968"/>
            <a:ext cx="3977640" cy="2697480"/>
          </a:xfrm>
          <a:prstGeom prst="rect">
            <a:avLst/>
          </a:prstGeom>
          <a:solidFill>
            <a:srgbClr val="1B2C6B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4800600" y="2029968"/>
            <a:ext cx="3977640" cy="5029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286500" y="2194560"/>
            <a:ext cx="1005840" cy="1005840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6359652" y="2267712"/>
            <a:ext cx="859536" cy="859536"/>
          </a:xfrm>
          <a:prstGeom prst="ellipse">
            <a:avLst/>
          </a:prstGeom>
          <a:solidFill>
            <a:srgbClr val="0D1635"/>
          </a:solidFill>
          <a:ln/>
        </p:spPr>
      </p:sp>
      <p:sp>
        <p:nvSpPr>
          <p:cNvPr id="109" name="Text 107"/>
          <p:cNvSpPr/>
          <p:nvPr/>
        </p:nvSpPr>
        <p:spPr>
          <a:xfrm>
            <a:off x="6359652" y="2267712"/>
            <a:ext cx="859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</a:t>
            </a:r>
            <a:endParaRPr lang="en-US" sz="2200" dirty="0"/>
          </a:p>
        </p:txBody>
      </p:sp>
      <p:sp>
        <p:nvSpPr>
          <p:cNvPr id="110" name="Text 108"/>
          <p:cNvSpPr/>
          <p:nvPr/>
        </p:nvSpPr>
        <p:spPr>
          <a:xfrm>
            <a:off x="4937760" y="32918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Maheen Raza</a:t>
            </a:r>
            <a:endParaRPr lang="en-US" sz="1400" dirty="0"/>
          </a:p>
        </p:txBody>
      </p:sp>
      <p:sp>
        <p:nvSpPr>
          <p:cNvPr id="111" name="Text 109"/>
          <p:cNvSpPr/>
          <p:nvPr/>
        </p:nvSpPr>
        <p:spPr>
          <a:xfrm>
            <a:off x="4937760" y="363931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 &amp; Data Engineer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5349240" y="3904488"/>
            <a:ext cx="105156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445252" y="3904488"/>
            <a:ext cx="105156" cy="27432"/>
          </a:xfrm>
          <a:prstGeom prst="rect">
            <a:avLst/>
          </a:prstGeom>
          <a:solidFill>
            <a:srgbClr val="00CDF8"/>
          </a:solidFill>
          <a:ln w="12700">
            <a:solidFill>
              <a:srgbClr val="00CDF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41264" y="3904488"/>
            <a:ext cx="105156" cy="27432"/>
          </a:xfrm>
          <a:prstGeom prst="rect">
            <a:avLst/>
          </a:prstGeom>
          <a:solidFill>
            <a:srgbClr val="01C7F1"/>
          </a:solidFill>
          <a:ln w="12700">
            <a:solidFill>
              <a:srgbClr val="01C7F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637276" y="3904488"/>
            <a:ext cx="105156" cy="27432"/>
          </a:xfrm>
          <a:prstGeom prst="rect">
            <a:avLst/>
          </a:prstGeom>
          <a:solidFill>
            <a:srgbClr val="01C0EA"/>
          </a:solidFill>
          <a:ln w="12700">
            <a:solidFill>
              <a:srgbClr val="01C0E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733288" y="3904488"/>
            <a:ext cx="105156" cy="27432"/>
          </a:xfrm>
          <a:prstGeom prst="rect">
            <a:avLst/>
          </a:prstGeom>
          <a:solidFill>
            <a:srgbClr val="02BAE3"/>
          </a:solidFill>
          <a:ln w="12700">
            <a:solidFill>
              <a:srgbClr val="02BAE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29300" y="3904488"/>
            <a:ext cx="105156" cy="27432"/>
          </a:xfrm>
          <a:prstGeom prst="rect">
            <a:avLst/>
          </a:prstGeom>
          <a:solidFill>
            <a:srgbClr val="02B3DC"/>
          </a:solidFill>
          <a:ln w="12700">
            <a:solidFill>
              <a:srgbClr val="02B3D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925312" y="3904488"/>
            <a:ext cx="105156" cy="27432"/>
          </a:xfrm>
          <a:prstGeom prst="rect">
            <a:avLst/>
          </a:prstGeom>
          <a:solidFill>
            <a:srgbClr val="03ADD5"/>
          </a:solidFill>
          <a:ln w="12700">
            <a:solidFill>
              <a:srgbClr val="03ADD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021324" y="3904488"/>
            <a:ext cx="105156" cy="27432"/>
          </a:xfrm>
          <a:prstGeom prst="rect">
            <a:avLst/>
          </a:prstGeom>
          <a:solidFill>
            <a:srgbClr val="03A6CE"/>
          </a:solidFill>
          <a:ln w="12700">
            <a:solidFill>
              <a:srgbClr val="03A6C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117336" y="3904488"/>
            <a:ext cx="105156" cy="27432"/>
          </a:xfrm>
          <a:prstGeom prst="rect">
            <a:avLst/>
          </a:prstGeom>
          <a:solidFill>
            <a:srgbClr val="04A0C7"/>
          </a:solidFill>
          <a:ln w="12700">
            <a:solidFill>
              <a:srgbClr val="04A0C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213348" y="3904488"/>
            <a:ext cx="105156" cy="27432"/>
          </a:xfrm>
          <a:prstGeom prst="rect">
            <a:avLst/>
          </a:prstGeom>
          <a:solidFill>
            <a:srgbClr val="0499C0"/>
          </a:solidFill>
          <a:ln w="12700">
            <a:solidFill>
              <a:srgbClr val="0499C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309360" y="3904488"/>
            <a:ext cx="105156" cy="27432"/>
          </a:xfrm>
          <a:prstGeom prst="rect">
            <a:avLst/>
          </a:prstGeom>
          <a:solidFill>
            <a:srgbClr val="0492B9"/>
          </a:solidFill>
          <a:ln w="12700">
            <a:solidFill>
              <a:srgbClr val="0492B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405372" y="3904488"/>
            <a:ext cx="105156" cy="27432"/>
          </a:xfrm>
          <a:prstGeom prst="rect">
            <a:avLst/>
          </a:prstGeom>
          <a:solidFill>
            <a:srgbClr val="058CB2"/>
          </a:solidFill>
          <a:ln w="12700">
            <a:solidFill>
              <a:srgbClr val="058CB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501384" y="3904488"/>
            <a:ext cx="105156" cy="27432"/>
          </a:xfrm>
          <a:prstGeom prst="rect">
            <a:avLst/>
          </a:prstGeom>
          <a:solidFill>
            <a:srgbClr val="0585AB"/>
          </a:solidFill>
          <a:ln w="12700">
            <a:solidFill>
              <a:srgbClr val="0585A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597396" y="3904488"/>
            <a:ext cx="105156" cy="27432"/>
          </a:xfrm>
          <a:prstGeom prst="rect">
            <a:avLst/>
          </a:prstGeom>
          <a:solidFill>
            <a:srgbClr val="067FA4"/>
          </a:solidFill>
          <a:ln w="12700">
            <a:solidFill>
              <a:srgbClr val="067FA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693408" y="3904488"/>
            <a:ext cx="105156" cy="27432"/>
          </a:xfrm>
          <a:prstGeom prst="rect">
            <a:avLst/>
          </a:prstGeom>
          <a:solidFill>
            <a:srgbClr val="06789D"/>
          </a:solidFill>
          <a:ln w="12700">
            <a:solidFill>
              <a:srgbClr val="06789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789420" y="3904488"/>
            <a:ext cx="105156" cy="27432"/>
          </a:xfrm>
          <a:prstGeom prst="rect">
            <a:avLst/>
          </a:prstGeom>
          <a:solidFill>
            <a:srgbClr val="077297"/>
          </a:solidFill>
          <a:ln w="12700">
            <a:solidFill>
              <a:srgbClr val="077297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885432" y="3904488"/>
            <a:ext cx="105156" cy="27432"/>
          </a:xfrm>
          <a:prstGeom prst="rect">
            <a:avLst/>
          </a:prstGeom>
          <a:solidFill>
            <a:srgbClr val="076B90"/>
          </a:solidFill>
          <a:ln w="12700">
            <a:solidFill>
              <a:srgbClr val="076B9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981444" y="3904488"/>
            <a:ext cx="105156" cy="27432"/>
          </a:xfrm>
          <a:prstGeom prst="rect">
            <a:avLst/>
          </a:prstGeom>
          <a:solidFill>
            <a:srgbClr val="086589"/>
          </a:solidFill>
          <a:ln w="12700">
            <a:solidFill>
              <a:srgbClr val="08658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077456" y="3904488"/>
            <a:ext cx="105156" cy="27432"/>
          </a:xfrm>
          <a:prstGeom prst="rect">
            <a:avLst/>
          </a:prstGeom>
          <a:solidFill>
            <a:srgbClr val="085E82"/>
          </a:solidFill>
          <a:ln w="12700">
            <a:solidFill>
              <a:srgbClr val="085E8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173468" y="3904488"/>
            <a:ext cx="105156" cy="27432"/>
          </a:xfrm>
          <a:prstGeom prst="rect">
            <a:avLst/>
          </a:prstGeom>
          <a:solidFill>
            <a:srgbClr val="09587B"/>
          </a:solidFill>
          <a:ln w="12700">
            <a:solidFill>
              <a:srgbClr val="09587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269480" y="3904488"/>
            <a:ext cx="105156" cy="27432"/>
          </a:xfrm>
          <a:prstGeom prst="rect">
            <a:avLst/>
          </a:prstGeom>
          <a:solidFill>
            <a:srgbClr val="095174"/>
          </a:solidFill>
          <a:ln w="12700">
            <a:solidFill>
              <a:srgbClr val="09517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365492" y="3904488"/>
            <a:ext cx="105156" cy="27432"/>
          </a:xfrm>
          <a:prstGeom prst="rect">
            <a:avLst/>
          </a:prstGeom>
          <a:solidFill>
            <a:srgbClr val="094A6D"/>
          </a:solidFill>
          <a:ln w="12700">
            <a:solidFill>
              <a:srgbClr val="094A6D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61504" y="3904488"/>
            <a:ext cx="105156" cy="27432"/>
          </a:xfrm>
          <a:prstGeom prst="rect">
            <a:avLst/>
          </a:prstGeom>
          <a:solidFill>
            <a:srgbClr val="0A4466"/>
          </a:solidFill>
          <a:ln w="12700">
            <a:solidFill>
              <a:srgbClr val="0A446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557516" y="3904488"/>
            <a:ext cx="105156" cy="27432"/>
          </a:xfrm>
          <a:prstGeom prst="rect">
            <a:avLst/>
          </a:prstGeom>
          <a:solidFill>
            <a:srgbClr val="0A3D5F"/>
          </a:solidFill>
          <a:ln w="12700">
            <a:solidFill>
              <a:srgbClr val="0A3D5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653528" y="3904488"/>
            <a:ext cx="105156" cy="27432"/>
          </a:xfrm>
          <a:prstGeom prst="rect">
            <a:avLst/>
          </a:prstGeom>
          <a:solidFill>
            <a:srgbClr val="0B3758"/>
          </a:solidFill>
          <a:ln w="12700">
            <a:solidFill>
              <a:srgbClr val="0B375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749540" y="3904488"/>
            <a:ext cx="105156" cy="27432"/>
          </a:xfrm>
          <a:prstGeom prst="rect">
            <a:avLst/>
          </a:prstGeom>
          <a:solidFill>
            <a:srgbClr val="0B3051"/>
          </a:solidFill>
          <a:ln w="12700">
            <a:solidFill>
              <a:srgbClr val="0B305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845552" y="3904488"/>
            <a:ext cx="105156" cy="27432"/>
          </a:xfrm>
          <a:prstGeom prst="rect">
            <a:avLst/>
          </a:prstGeom>
          <a:solidFill>
            <a:srgbClr val="0C2A4A"/>
          </a:solidFill>
          <a:ln w="12700">
            <a:solidFill>
              <a:srgbClr val="0C2A4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941564" y="3904488"/>
            <a:ext cx="105156" cy="27432"/>
          </a:xfrm>
          <a:prstGeom prst="rect">
            <a:avLst/>
          </a:prstGeom>
          <a:solidFill>
            <a:srgbClr val="0C2343"/>
          </a:solidFill>
          <a:ln w="12700">
            <a:solidFill>
              <a:srgbClr val="0C234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037576" y="3904488"/>
            <a:ext cx="105156" cy="27432"/>
          </a:xfrm>
          <a:prstGeom prst="rect">
            <a:avLst/>
          </a:prstGeom>
          <a:solidFill>
            <a:srgbClr val="0D1D3C"/>
          </a:solidFill>
          <a:ln w="12700">
            <a:solidFill>
              <a:srgbClr val="0D1D3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133588" y="3904488"/>
            <a:ext cx="105156" cy="27432"/>
          </a:xfrm>
          <a:prstGeom prst="rect">
            <a:avLst/>
          </a:prstGeom>
          <a:solidFill>
            <a:srgbClr val="0D1635"/>
          </a:solidFill>
          <a:ln w="12700">
            <a:solidFill>
              <a:srgbClr val="0D163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965192" y="3968496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the visual identity, career dataset, ML model pipeline &amp; persona analytics engine.</a:t>
            </a:r>
            <a:endParaRPr lang="en-US" sz="950" dirty="0"/>
          </a:p>
        </p:txBody>
      </p:sp>
      <p:sp>
        <p:nvSpPr>
          <p:cNvPr id="143" name="Text 141"/>
          <p:cNvSpPr/>
          <p:nvPr/>
        </p:nvSpPr>
        <p:spPr>
          <a:xfrm>
            <a:off x="4937760" y="44714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linkedin.com/in/maheen-raza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0" y="5010912"/>
            <a:ext cx="313944" cy="3657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04800" y="5010912"/>
            <a:ext cx="313944" cy="36576"/>
          </a:xfrm>
          <a:prstGeom prst="rect">
            <a:avLst/>
          </a:prstGeom>
          <a:solidFill>
            <a:srgbClr val="3F52A2"/>
          </a:solidFill>
          <a:ln w="12700">
            <a:solidFill>
              <a:srgbClr val="3F52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9600" y="5010912"/>
            <a:ext cx="313944" cy="36576"/>
          </a:xfrm>
          <a:prstGeom prst="rect">
            <a:avLst/>
          </a:prstGeom>
          <a:solidFill>
            <a:srgbClr val="4053A4"/>
          </a:solidFill>
          <a:ln w="12700">
            <a:solidFill>
              <a:srgbClr val="4053A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14400" y="5010912"/>
            <a:ext cx="313944" cy="36576"/>
          </a:xfrm>
          <a:prstGeom prst="rect">
            <a:avLst/>
          </a:prstGeom>
          <a:solidFill>
            <a:srgbClr val="4253A5"/>
          </a:solidFill>
          <a:ln w="12700">
            <a:solidFill>
              <a:srgbClr val="4253A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219200" y="5010912"/>
            <a:ext cx="313944" cy="36576"/>
          </a:xfrm>
          <a:prstGeom prst="rect">
            <a:avLst/>
          </a:prstGeom>
          <a:solidFill>
            <a:srgbClr val="4354A7"/>
          </a:solidFill>
          <a:ln w="12700">
            <a:solidFill>
              <a:srgbClr val="4354A7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524000" y="5010912"/>
            <a:ext cx="313944" cy="36576"/>
          </a:xfrm>
          <a:prstGeom prst="rect">
            <a:avLst/>
          </a:prstGeom>
          <a:solidFill>
            <a:srgbClr val="4554A9"/>
          </a:solidFill>
          <a:ln w="12700">
            <a:solidFill>
              <a:srgbClr val="4554A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828800" y="5010912"/>
            <a:ext cx="313944" cy="36576"/>
          </a:xfrm>
          <a:prstGeom prst="rect">
            <a:avLst/>
          </a:prstGeom>
          <a:solidFill>
            <a:srgbClr val="4754AB"/>
          </a:solidFill>
          <a:ln w="12700">
            <a:solidFill>
              <a:srgbClr val="4754A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133600" y="5010912"/>
            <a:ext cx="313944" cy="36576"/>
          </a:xfrm>
          <a:prstGeom prst="rect">
            <a:avLst/>
          </a:prstGeom>
          <a:solidFill>
            <a:srgbClr val="4855AC"/>
          </a:solidFill>
          <a:ln w="12700">
            <a:solidFill>
              <a:srgbClr val="4855A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438400" y="5010912"/>
            <a:ext cx="313944" cy="36576"/>
          </a:xfrm>
          <a:prstGeom prst="rect">
            <a:avLst/>
          </a:prstGeom>
          <a:solidFill>
            <a:srgbClr val="4A55AE"/>
          </a:solidFill>
          <a:ln w="12700">
            <a:solidFill>
              <a:srgbClr val="4A55A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743200" y="5010912"/>
            <a:ext cx="313944" cy="36576"/>
          </a:xfrm>
          <a:prstGeom prst="rect">
            <a:avLst/>
          </a:prstGeom>
          <a:solidFill>
            <a:srgbClr val="4B55B0"/>
          </a:solidFill>
          <a:ln w="12700">
            <a:solidFill>
              <a:srgbClr val="4B55B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048000" y="5010912"/>
            <a:ext cx="313944" cy="36576"/>
          </a:xfrm>
          <a:prstGeom prst="rect">
            <a:avLst/>
          </a:prstGeom>
          <a:solidFill>
            <a:srgbClr val="4D56B2"/>
          </a:solidFill>
          <a:ln w="12700">
            <a:solidFill>
              <a:srgbClr val="4D56B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352800" y="5010912"/>
            <a:ext cx="313944" cy="36576"/>
          </a:xfrm>
          <a:prstGeom prst="rect">
            <a:avLst/>
          </a:prstGeom>
          <a:solidFill>
            <a:srgbClr val="4E56B3"/>
          </a:solidFill>
          <a:ln w="12700">
            <a:solidFill>
              <a:srgbClr val="4E56B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657600" y="5010912"/>
            <a:ext cx="313944" cy="36576"/>
          </a:xfrm>
          <a:prstGeom prst="rect">
            <a:avLst/>
          </a:prstGeom>
          <a:solidFill>
            <a:srgbClr val="5057B5"/>
          </a:solidFill>
          <a:ln w="12700">
            <a:solidFill>
              <a:srgbClr val="5057B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962400" y="5010912"/>
            <a:ext cx="313944" cy="36576"/>
          </a:xfrm>
          <a:prstGeom prst="rect">
            <a:avLst/>
          </a:prstGeom>
          <a:solidFill>
            <a:srgbClr val="5257B7"/>
          </a:solidFill>
          <a:ln w="12700">
            <a:solidFill>
              <a:srgbClr val="5257B7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267200" y="5010912"/>
            <a:ext cx="313944" cy="36576"/>
          </a:xfrm>
          <a:prstGeom prst="rect">
            <a:avLst/>
          </a:prstGeom>
          <a:solidFill>
            <a:srgbClr val="5357B9"/>
          </a:solidFill>
          <a:ln w="12700">
            <a:solidFill>
              <a:srgbClr val="5357B9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572000" y="5010912"/>
            <a:ext cx="313944" cy="36576"/>
          </a:xfrm>
          <a:prstGeom prst="rect">
            <a:avLst/>
          </a:prstGeom>
          <a:solidFill>
            <a:srgbClr val="5558BA"/>
          </a:solidFill>
          <a:ln w="12700">
            <a:solidFill>
              <a:srgbClr val="5558B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876800" y="5010912"/>
            <a:ext cx="313944" cy="36576"/>
          </a:xfrm>
          <a:prstGeom prst="rect">
            <a:avLst/>
          </a:prstGeom>
          <a:solidFill>
            <a:srgbClr val="5658BC"/>
          </a:solidFill>
          <a:ln w="12700">
            <a:solidFill>
              <a:srgbClr val="5658B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181600" y="5010912"/>
            <a:ext cx="313944" cy="36576"/>
          </a:xfrm>
          <a:prstGeom prst="rect">
            <a:avLst/>
          </a:prstGeom>
          <a:solidFill>
            <a:srgbClr val="5858BE"/>
          </a:solidFill>
          <a:ln w="12700">
            <a:solidFill>
              <a:srgbClr val="5858B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486400" y="5010912"/>
            <a:ext cx="313944" cy="36576"/>
          </a:xfrm>
          <a:prstGeom prst="rect">
            <a:avLst/>
          </a:prstGeom>
          <a:solidFill>
            <a:srgbClr val="5A59C0"/>
          </a:solidFill>
          <a:ln w="12700">
            <a:solidFill>
              <a:srgbClr val="5A59C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791200" y="5010912"/>
            <a:ext cx="313944" cy="36576"/>
          </a:xfrm>
          <a:prstGeom prst="rect">
            <a:avLst/>
          </a:prstGeom>
          <a:solidFill>
            <a:srgbClr val="5B59C1"/>
          </a:solidFill>
          <a:ln w="12700">
            <a:solidFill>
              <a:srgbClr val="5B59C1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096000" y="5010912"/>
            <a:ext cx="313944" cy="36576"/>
          </a:xfrm>
          <a:prstGeom prst="rect">
            <a:avLst/>
          </a:prstGeom>
          <a:solidFill>
            <a:srgbClr val="5D5AC3"/>
          </a:solidFill>
          <a:ln w="12700">
            <a:solidFill>
              <a:srgbClr val="5D5AC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00800" y="5010912"/>
            <a:ext cx="313944" cy="36576"/>
          </a:xfrm>
          <a:prstGeom prst="rect">
            <a:avLst/>
          </a:prstGeom>
          <a:solidFill>
            <a:srgbClr val="5E5AC5"/>
          </a:solidFill>
          <a:ln w="12700">
            <a:solidFill>
              <a:srgbClr val="5E5AC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705600" y="5010912"/>
            <a:ext cx="313944" cy="36576"/>
          </a:xfrm>
          <a:prstGeom prst="rect">
            <a:avLst/>
          </a:prstGeom>
          <a:solidFill>
            <a:srgbClr val="605AC7"/>
          </a:solidFill>
          <a:ln w="12700">
            <a:solidFill>
              <a:srgbClr val="605AC7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010400" y="5010912"/>
            <a:ext cx="313944" cy="36576"/>
          </a:xfrm>
          <a:prstGeom prst="rect">
            <a:avLst/>
          </a:prstGeom>
          <a:solidFill>
            <a:srgbClr val="615BC8"/>
          </a:solidFill>
          <a:ln w="12700">
            <a:solidFill>
              <a:srgbClr val="615BC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315200" y="5010912"/>
            <a:ext cx="313944" cy="36576"/>
          </a:xfrm>
          <a:prstGeom prst="rect">
            <a:avLst/>
          </a:prstGeom>
          <a:solidFill>
            <a:srgbClr val="635BCA"/>
          </a:solidFill>
          <a:ln w="12700">
            <a:solidFill>
              <a:srgbClr val="635BC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620000" y="5010912"/>
            <a:ext cx="313944" cy="36576"/>
          </a:xfrm>
          <a:prstGeom prst="rect">
            <a:avLst/>
          </a:prstGeom>
          <a:solidFill>
            <a:srgbClr val="655BCC"/>
          </a:solidFill>
          <a:ln w="12700">
            <a:solidFill>
              <a:srgbClr val="655BCC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924800" y="5010912"/>
            <a:ext cx="313944" cy="36576"/>
          </a:xfrm>
          <a:prstGeom prst="rect">
            <a:avLst/>
          </a:prstGeom>
          <a:solidFill>
            <a:srgbClr val="665CCE"/>
          </a:solidFill>
          <a:ln w="12700">
            <a:solidFill>
              <a:srgbClr val="665CC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229600" y="5010912"/>
            <a:ext cx="313944" cy="36576"/>
          </a:xfrm>
          <a:prstGeom prst="rect">
            <a:avLst/>
          </a:prstGeom>
          <a:solidFill>
            <a:srgbClr val="685CCF"/>
          </a:solidFill>
          <a:ln w="12700">
            <a:solidFill>
              <a:srgbClr val="685CC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534400" y="5010912"/>
            <a:ext cx="313944" cy="36576"/>
          </a:xfrm>
          <a:prstGeom prst="rect">
            <a:avLst/>
          </a:prstGeom>
          <a:solidFill>
            <a:srgbClr val="695DD1"/>
          </a:solidFill>
          <a:ln w="12700">
            <a:solidFill>
              <a:srgbClr val="695DD1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839200" y="5010912"/>
            <a:ext cx="313944" cy="36576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AI  ·  Career Intelligence Platform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F25C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D52A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13944" cy="50292"/>
          </a:xfrm>
          <a:prstGeom prst="rect">
            <a:avLst/>
          </a:prstGeom>
          <a:solidFill>
            <a:srgbClr val="F25C8A"/>
          </a:solidFill>
          <a:ln w="12700">
            <a:solidFill>
              <a:srgbClr val="F25C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0"/>
            <a:ext cx="313944" cy="50292"/>
          </a:xfrm>
          <a:prstGeom prst="rect">
            <a:avLst/>
          </a:prstGeom>
          <a:solidFill>
            <a:srgbClr val="ED5C8D"/>
          </a:solidFill>
          <a:ln w="12700">
            <a:solidFill>
              <a:srgbClr val="ED5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0"/>
            <a:ext cx="313944" cy="50292"/>
          </a:xfrm>
          <a:prstGeom prst="rect">
            <a:avLst/>
          </a:prstGeom>
          <a:solidFill>
            <a:srgbClr val="E95C8F"/>
          </a:solidFill>
          <a:ln w="12700">
            <a:solidFill>
              <a:srgbClr val="E95C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0"/>
            <a:ext cx="313944" cy="50292"/>
          </a:xfrm>
          <a:prstGeom prst="rect">
            <a:avLst/>
          </a:prstGeom>
          <a:solidFill>
            <a:srgbClr val="E45C92"/>
          </a:solidFill>
          <a:ln w="12700">
            <a:solidFill>
              <a:srgbClr val="E45C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0"/>
            <a:ext cx="313944" cy="50292"/>
          </a:xfrm>
          <a:prstGeom prst="rect">
            <a:avLst/>
          </a:prstGeom>
          <a:solidFill>
            <a:srgbClr val="DF5C94"/>
          </a:solidFill>
          <a:ln w="12700">
            <a:solidFill>
              <a:srgbClr val="DF5C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0"/>
            <a:ext cx="313944" cy="50292"/>
          </a:xfrm>
          <a:prstGeom prst="rect">
            <a:avLst/>
          </a:prstGeom>
          <a:solidFill>
            <a:srgbClr val="DB5C97"/>
          </a:solidFill>
          <a:ln w="12700">
            <a:solidFill>
              <a:srgbClr val="DB5C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313944" cy="50292"/>
          </a:xfrm>
          <a:prstGeom prst="rect">
            <a:avLst/>
          </a:prstGeom>
          <a:solidFill>
            <a:srgbClr val="D65C99"/>
          </a:solidFill>
          <a:ln w="12700">
            <a:solidFill>
              <a:srgbClr val="D65C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3600" y="0"/>
            <a:ext cx="313944" cy="50292"/>
          </a:xfrm>
          <a:prstGeom prst="rect">
            <a:avLst/>
          </a:prstGeom>
          <a:solidFill>
            <a:srgbClr val="D15C9C"/>
          </a:solidFill>
          <a:ln w="12700">
            <a:solidFill>
              <a:srgbClr val="D15C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8400" y="0"/>
            <a:ext cx="313944" cy="50292"/>
          </a:xfrm>
          <a:prstGeom prst="rect">
            <a:avLst/>
          </a:prstGeom>
          <a:solidFill>
            <a:srgbClr val="CD5C9E"/>
          </a:solidFill>
          <a:ln w="12700">
            <a:solidFill>
              <a:srgbClr val="CD5C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0"/>
            <a:ext cx="313944" cy="50292"/>
          </a:xfrm>
          <a:prstGeom prst="rect">
            <a:avLst/>
          </a:prstGeom>
          <a:solidFill>
            <a:srgbClr val="C85CA1"/>
          </a:solidFill>
          <a:ln w="12700">
            <a:solidFill>
              <a:srgbClr val="C85C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8000" y="0"/>
            <a:ext cx="313944" cy="50292"/>
          </a:xfrm>
          <a:prstGeom prst="rect">
            <a:avLst/>
          </a:prstGeom>
          <a:solidFill>
            <a:srgbClr val="C35CA3"/>
          </a:solidFill>
          <a:ln w="12700">
            <a:solidFill>
              <a:srgbClr val="C35C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2800" y="0"/>
            <a:ext cx="313944" cy="50292"/>
          </a:xfrm>
          <a:prstGeom prst="rect">
            <a:avLst/>
          </a:prstGeom>
          <a:solidFill>
            <a:srgbClr val="BF5CA6"/>
          </a:solidFill>
          <a:ln w="12700">
            <a:solidFill>
              <a:srgbClr val="BF5C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313944" cy="50292"/>
          </a:xfrm>
          <a:prstGeom prst="rect">
            <a:avLst/>
          </a:prstGeom>
          <a:solidFill>
            <a:srgbClr val="BA5CA8"/>
          </a:solidFill>
          <a:ln w="12700">
            <a:solidFill>
              <a:srgbClr val="BA5C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2400" y="0"/>
            <a:ext cx="313944" cy="50292"/>
          </a:xfrm>
          <a:prstGeom prst="rect">
            <a:avLst/>
          </a:prstGeom>
          <a:solidFill>
            <a:srgbClr val="B55CAB"/>
          </a:solidFill>
          <a:ln w="12700">
            <a:solidFill>
              <a:srgbClr val="B55C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7200" y="0"/>
            <a:ext cx="313944" cy="50292"/>
          </a:xfrm>
          <a:prstGeom prst="rect">
            <a:avLst/>
          </a:prstGeom>
          <a:solidFill>
            <a:srgbClr val="B15CAD"/>
          </a:solidFill>
          <a:ln w="12700">
            <a:solidFill>
              <a:srgbClr val="B15C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313944" cy="50292"/>
          </a:xfrm>
          <a:prstGeom prst="rect">
            <a:avLst/>
          </a:prstGeom>
          <a:solidFill>
            <a:srgbClr val="AC5DB0"/>
          </a:solidFill>
          <a:ln w="12700">
            <a:solidFill>
              <a:srgbClr val="AC5D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6800" y="0"/>
            <a:ext cx="313944" cy="50292"/>
          </a:xfrm>
          <a:prstGeom prst="rect">
            <a:avLst/>
          </a:prstGeom>
          <a:solidFill>
            <a:srgbClr val="A85DB2"/>
          </a:solidFill>
          <a:ln w="12700">
            <a:solidFill>
              <a:srgbClr val="A85D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1600" y="0"/>
            <a:ext cx="313944" cy="50292"/>
          </a:xfrm>
          <a:prstGeom prst="rect">
            <a:avLst/>
          </a:prstGeom>
          <a:solidFill>
            <a:srgbClr val="A35DB5"/>
          </a:solidFill>
          <a:ln w="12700">
            <a:solidFill>
              <a:srgbClr val="A35D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0"/>
            <a:ext cx="313944" cy="50292"/>
          </a:xfrm>
          <a:prstGeom prst="rect">
            <a:avLst/>
          </a:prstGeom>
          <a:solidFill>
            <a:srgbClr val="9E5DB7"/>
          </a:solidFill>
          <a:ln w="12700">
            <a:solidFill>
              <a:srgbClr val="9E5D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1200" y="0"/>
            <a:ext cx="313944" cy="50292"/>
          </a:xfrm>
          <a:prstGeom prst="rect">
            <a:avLst/>
          </a:prstGeom>
          <a:solidFill>
            <a:srgbClr val="9A5DBA"/>
          </a:solidFill>
          <a:ln w="12700">
            <a:solidFill>
              <a:srgbClr val="9A5DB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0"/>
            <a:ext cx="313944" cy="50292"/>
          </a:xfrm>
          <a:prstGeom prst="rect">
            <a:avLst/>
          </a:prstGeom>
          <a:solidFill>
            <a:srgbClr val="955DBC"/>
          </a:solidFill>
          <a:ln w="12700">
            <a:solidFill>
              <a:srgbClr val="955D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0"/>
            <a:ext cx="313944" cy="50292"/>
          </a:xfrm>
          <a:prstGeom prst="rect">
            <a:avLst/>
          </a:prstGeom>
          <a:solidFill>
            <a:srgbClr val="905DBF"/>
          </a:solidFill>
          <a:ln w="12700">
            <a:solidFill>
              <a:srgbClr val="905D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5600" y="0"/>
            <a:ext cx="313944" cy="50292"/>
          </a:xfrm>
          <a:prstGeom prst="rect">
            <a:avLst/>
          </a:prstGeom>
          <a:solidFill>
            <a:srgbClr val="8C5DC1"/>
          </a:solidFill>
          <a:ln w="12700">
            <a:solidFill>
              <a:srgbClr val="8C5DC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0400" y="0"/>
            <a:ext cx="313944" cy="50292"/>
          </a:xfrm>
          <a:prstGeom prst="rect">
            <a:avLst/>
          </a:prstGeom>
          <a:solidFill>
            <a:srgbClr val="875DC4"/>
          </a:solidFill>
          <a:ln w="12700">
            <a:solidFill>
              <a:srgbClr val="875D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0"/>
            <a:ext cx="313944" cy="50292"/>
          </a:xfrm>
          <a:prstGeom prst="rect">
            <a:avLst/>
          </a:prstGeom>
          <a:solidFill>
            <a:srgbClr val="825DC6"/>
          </a:solidFill>
          <a:ln w="12700">
            <a:solidFill>
              <a:srgbClr val="825D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0" y="0"/>
            <a:ext cx="313944" cy="50292"/>
          </a:xfrm>
          <a:prstGeom prst="rect">
            <a:avLst/>
          </a:prstGeom>
          <a:solidFill>
            <a:srgbClr val="7E5DC9"/>
          </a:solidFill>
          <a:ln w="12700">
            <a:solidFill>
              <a:srgbClr val="7E5D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4800" y="0"/>
            <a:ext cx="313944" cy="50292"/>
          </a:xfrm>
          <a:prstGeom prst="rect">
            <a:avLst/>
          </a:prstGeom>
          <a:solidFill>
            <a:srgbClr val="795DCB"/>
          </a:solidFill>
          <a:ln w="12700">
            <a:solidFill>
              <a:srgbClr val="795D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0"/>
            <a:ext cx="313944" cy="50292"/>
          </a:xfrm>
          <a:prstGeom prst="rect">
            <a:avLst/>
          </a:prstGeom>
          <a:solidFill>
            <a:srgbClr val="745DCE"/>
          </a:solidFill>
          <a:ln w="12700">
            <a:solidFill>
              <a:srgbClr val="745D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34400" y="0"/>
            <a:ext cx="313944" cy="50292"/>
          </a:xfrm>
          <a:prstGeom prst="rect">
            <a:avLst/>
          </a:prstGeom>
          <a:solidFill>
            <a:srgbClr val="705DD0"/>
          </a:solidFill>
          <a:ln w="12700">
            <a:solidFill>
              <a:srgbClr val="705D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39200" y="0"/>
            <a:ext cx="313944" cy="5029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2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Are Lost in a Broken System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students make life-defining career decisions without proper guidance, data, or tools.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7200" y="1572768"/>
            <a:ext cx="283464" cy="27432"/>
          </a:xfrm>
          <a:prstGeom prst="rect">
            <a:avLst/>
          </a:prstGeom>
          <a:solidFill>
            <a:srgbClr val="F25C8A"/>
          </a:solidFill>
          <a:ln w="12700">
            <a:solidFill>
              <a:srgbClr val="F25C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1572768"/>
            <a:ext cx="283464" cy="27432"/>
          </a:xfrm>
          <a:prstGeom prst="rect">
            <a:avLst/>
          </a:prstGeom>
          <a:solidFill>
            <a:srgbClr val="ED5C8D"/>
          </a:solidFill>
          <a:ln w="12700">
            <a:solidFill>
              <a:srgbClr val="ED5C8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" y="1572768"/>
            <a:ext cx="283464" cy="27432"/>
          </a:xfrm>
          <a:prstGeom prst="rect">
            <a:avLst/>
          </a:prstGeom>
          <a:solidFill>
            <a:srgbClr val="E95C8F"/>
          </a:solidFill>
          <a:ln w="12700">
            <a:solidFill>
              <a:srgbClr val="E95C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80160" y="1572768"/>
            <a:ext cx="283464" cy="27432"/>
          </a:xfrm>
          <a:prstGeom prst="rect">
            <a:avLst/>
          </a:prstGeom>
          <a:solidFill>
            <a:srgbClr val="E45C92"/>
          </a:solidFill>
          <a:ln w="12700">
            <a:solidFill>
              <a:srgbClr val="E45C9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54480" y="1572768"/>
            <a:ext cx="283464" cy="27432"/>
          </a:xfrm>
          <a:prstGeom prst="rect">
            <a:avLst/>
          </a:prstGeom>
          <a:solidFill>
            <a:srgbClr val="DF5C94"/>
          </a:solidFill>
          <a:ln w="12700">
            <a:solidFill>
              <a:srgbClr val="DF5C9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1572768"/>
            <a:ext cx="283464" cy="27432"/>
          </a:xfrm>
          <a:prstGeom prst="rect">
            <a:avLst/>
          </a:prstGeom>
          <a:solidFill>
            <a:srgbClr val="DB5C97"/>
          </a:solidFill>
          <a:ln w="12700">
            <a:solidFill>
              <a:srgbClr val="DB5C9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03120" y="1572768"/>
            <a:ext cx="283464" cy="27432"/>
          </a:xfrm>
          <a:prstGeom prst="rect">
            <a:avLst/>
          </a:prstGeom>
          <a:solidFill>
            <a:srgbClr val="D65C99"/>
          </a:solidFill>
          <a:ln w="12700">
            <a:solidFill>
              <a:srgbClr val="D65C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1572768"/>
            <a:ext cx="283464" cy="27432"/>
          </a:xfrm>
          <a:prstGeom prst="rect">
            <a:avLst/>
          </a:prstGeom>
          <a:solidFill>
            <a:srgbClr val="D15C9C"/>
          </a:solidFill>
          <a:ln w="12700">
            <a:solidFill>
              <a:srgbClr val="D15C9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51760" y="1572768"/>
            <a:ext cx="283464" cy="27432"/>
          </a:xfrm>
          <a:prstGeom prst="rect">
            <a:avLst/>
          </a:prstGeom>
          <a:solidFill>
            <a:srgbClr val="CD5C9E"/>
          </a:solidFill>
          <a:ln w="12700">
            <a:solidFill>
              <a:srgbClr val="CD5C9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1572768"/>
            <a:ext cx="283464" cy="27432"/>
          </a:xfrm>
          <a:prstGeom prst="rect">
            <a:avLst/>
          </a:prstGeom>
          <a:solidFill>
            <a:srgbClr val="C85CA1"/>
          </a:solidFill>
          <a:ln w="12700">
            <a:solidFill>
              <a:srgbClr val="C85CA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1572768"/>
            <a:ext cx="283464" cy="27432"/>
          </a:xfrm>
          <a:prstGeom prst="rect">
            <a:avLst/>
          </a:prstGeom>
          <a:solidFill>
            <a:srgbClr val="C35CA3"/>
          </a:solidFill>
          <a:ln w="12700">
            <a:solidFill>
              <a:srgbClr val="C35CA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0" y="1572768"/>
            <a:ext cx="283464" cy="27432"/>
          </a:xfrm>
          <a:prstGeom prst="rect">
            <a:avLst/>
          </a:prstGeom>
          <a:solidFill>
            <a:srgbClr val="BF5CA6"/>
          </a:solidFill>
          <a:ln w="12700">
            <a:solidFill>
              <a:srgbClr val="BF5CA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0" y="1572768"/>
            <a:ext cx="283464" cy="27432"/>
          </a:xfrm>
          <a:prstGeom prst="rect">
            <a:avLst/>
          </a:prstGeom>
          <a:solidFill>
            <a:srgbClr val="BA5CA8"/>
          </a:solidFill>
          <a:ln w="12700">
            <a:solidFill>
              <a:srgbClr val="BA5CA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3360" y="1572768"/>
            <a:ext cx="283464" cy="27432"/>
          </a:xfrm>
          <a:prstGeom prst="rect">
            <a:avLst/>
          </a:prstGeom>
          <a:solidFill>
            <a:srgbClr val="B55CAB"/>
          </a:solidFill>
          <a:ln w="12700">
            <a:solidFill>
              <a:srgbClr val="B55CA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97680" y="1572768"/>
            <a:ext cx="283464" cy="27432"/>
          </a:xfrm>
          <a:prstGeom prst="rect">
            <a:avLst/>
          </a:prstGeom>
          <a:solidFill>
            <a:srgbClr val="B15CAD"/>
          </a:solidFill>
          <a:ln w="12700">
            <a:solidFill>
              <a:srgbClr val="B15CA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1572768"/>
            <a:ext cx="283464" cy="27432"/>
          </a:xfrm>
          <a:prstGeom prst="rect">
            <a:avLst/>
          </a:prstGeom>
          <a:solidFill>
            <a:srgbClr val="AC5DB0"/>
          </a:solidFill>
          <a:ln w="12700">
            <a:solidFill>
              <a:srgbClr val="AC5D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1572768"/>
            <a:ext cx="283464" cy="27432"/>
          </a:xfrm>
          <a:prstGeom prst="rect">
            <a:avLst/>
          </a:prstGeom>
          <a:solidFill>
            <a:srgbClr val="A85DB2"/>
          </a:solidFill>
          <a:ln w="12700">
            <a:solidFill>
              <a:srgbClr val="A85DB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20640" y="1572768"/>
            <a:ext cx="283464" cy="27432"/>
          </a:xfrm>
          <a:prstGeom prst="rect">
            <a:avLst/>
          </a:prstGeom>
          <a:solidFill>
            <a:srgbClr val="A35DB5"/>
          </a:solidFill>
          <a:ln w="12700">
            <a:solidFill>
              <a:srgbClr val="A35DB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0" y="1572768"/>
            <a:ext cx="283464" cy="27432"/>
          </a:xfrm>
          <a:prstGeom prst="rect">
            <a:avLst/>
          </a:prstGeom>
          <a:solidFill>
            <a:srgbClr val="9E5DB7"/>
          </a:solidFill>
          <a:ln w="12700">
            <a:solidFill>
              <a:srgbClr val="9E5DB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0" y="1572768"/>
            <a:ext cx="283464" cy="27432"/>
          </a:xfrm>
          <a:prstGeom prst="rect">
            <a:avLst/>
          </a:prstGeom>
          <a:solidFill>
            <a:srgbClr val="9A5DBA"/>
          </a:solidFill>
          <a:ln w="12700">
            <a:solidFill>
              <a:srgbClr val="9A5DB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43600" y="1572768"/>
            <a:ext cx="283464" cy="27432"/>
          </a:xfrm>
          <a:prstGeom prst="rect">
            <a:avLst/>
          </a:prstGeom>
          <a:solidFill>
            <a:srgbClr val="955DBC"/>
          </a:solidFill>
          <a:ln w="12700">
            <a:solidFill>
              <a:srgbClr val="955DB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1572768"/>
            <a:ext cx="283464" cy="27432"/>
          </a:xfrm>
          <a:prstGeom prst="rect">
            <a:avLst/>
          </a:prstGeom>
          <a:solidFill>
            <a:srgbClr val="905DBF"/>
          </a:solidFill>
          <a:ln w="12700">
            <a:solidFill>
              <a:srgbClr val="905DB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1572768"/>
            <a:ext cx="283464" cy="27432"/>
          </a:xfrm>
          <a:prstGeom prst="rect">
            <a:avLst/>
          </a:prstGeom>
          <a:solidFill>
            <a:srgbClr val="8C5DC1"/>
          </a:solidFill>
          <a:ln w="12700">
            <a:solidFill>
              <a:srgbClr val="8C5DC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0" y="1572768"/>
            <a:ext cx="283464" cy="27432"/>
          </a:xfrm>
          <a:prstGeom prst="rect">
            <a:avLst/>
          </a:prstGeom>
          <a:solidFill>
            <a:srgbClr val="875DC4"/>
          </a:solidFill>
          <a:ln w="12700">
            <a:solidFill>
              <a:srgbClr val="875DC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40880" y="1572768"/>
            <a:ext cx="283464" cy="27432"/>
          </a:xfrm>
          <a:prstGeom prst="rect">
            <a:avLst/>
          </a:prstGeom>
          <a:solidFill>
            <a:srgbClr val="825DC6"/>
          </a:solidFill>
          <a:ln w="12700">
            <a:solidFill>
              <a:srgbClr val="825DC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15200" y="1572768"/>
            <a:ext cx="283464" cy="27432"/>
          </a:xfrm>
          <a:prstGeom prst="rect">
            <a:avLst/>
          </a:prstGeom>
          <a:solidFill>
            <a:srgbClr val="7E5DC9"/>
          </a:solidFill>
          <a:ln w="12700">
            <a:solidFill>
              <a:srgbClr val="7E5DC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9520" y="1572768"/>
            <a:ext cx="283464" cy="27432"/>
          </a:xfrm>
          <a:prstGeom prst="rect">
            <a:avLst/>
          </a:prstGeom>
          <a:solidFill>
            <a:srgbClr val="795DCB"/>
          </a:solidFill>
          <a:ln w="12700">
            <a:solidFill>
              <a:srgbClr val="795DC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63840" y="1572768"/>
            <a:ext cx="283464" cy="27432"/>
          </a:xfrm>
          <a:prstGeom prst="rect">
            <a:avLst/>
          </a:prstGeom>
          <a:solidFill>
            <a:srgbClr val="745DCE"/>
          </a:solidFill>
          <a:ln w="12700">
            <a:solidFill>
              <a:srgbClr val="745DC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38160" y="1572768"/>
            <a:ext cx="283464" cy="27432"/>
          </a:xfrm>
          <a:prstGeom prst="rect">
            <a:avLst/>
          </a:prstGeom>
          <a:solidFill>
            <a:srgbClr val="705DD0"/>
          </a:solidFill>
          <a:ln w="12700">
            <a:solidFill>
              <a:srgbClr val="705D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12480" y="1572768"/>
            <a:ext cx="283464" cy="2743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84048" y="1719072"/>
            <a:ext cx="4160520" cy="960120"/>
          </a:xfrm>
          <a:prstGeom prst="rect">
            <a:avLst/>
          </a:prstGeom>
          <a:solidFill>
            <a:srgbClr val="1B2C6B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84048" y="1719072"/>
            <a:ext cx="54864" cy="960120"/>
          </a:xfrm>
          <a:prstGeom prst="rect">
            <a:avLst/>
          </a:prstGeom>
          <a:solidFill>
            <a:srgbClr val="F25C8A"/>
          </a:solidFill>
          <a:ln/>
        </p:spPr>
      </p:sp>
      <p:sp>
        <p:nvSpPr>
          <p:cNvPr id="69" name="Shape 67"/>
          <p:cNvSpPr/>
          <p:nvPr/>
        </p:nvSpPr>
        <p:spPr>
          <a:xfrm>
            <a:off x="384048" y="2633472"/>
            <a:ext cx="4160520" cy="45720"/>
          </a:xfrm>
          <a:prstGeom prst="rect">
            <a:avLst/>
          </a:prstGeom>
          <a:solidFill>
            <a:srgbClr val="F25C8A">
              <a:alpha val="3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493776" y="1810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1042416" y="1810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1042416" y="21031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ignores individual strengths, personality &amp; goals.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791456" y="1719072"/>
            <a:ext cx="4160520" cy="960120"/>
          </a:xfrm>
          <a:prstGeom prst="rect">
            <a:avLst/>
          </a:prstGeom>
          <a:solidFill>
            <a:srgbClr val="1B2C6B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791456" y="1719072"/>
            <a:ext cx="54864" cy="9601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75" name="Shape 73"/>
          <p:cNvSpPr/>
          <p:nvPr/>
        </p:nvSpPr>
        <p:spPr>
          <a:xfrm>
            <a:off x="4791456" y="2633472"/>
            <a:ext cx="4160520" cy="45720"/>
          </a:xfrm>
          <a:prstGeom prst="rect">
            <a:avLst/>
          </a:prstGeom>
          <a:solidFill>
            <a:srgbClr val="F0B429">
              <a:alpha val="3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4901184" y="1810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5449824" y="1810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5449824" y="21031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drown in conflicting, unverified career advice.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84048" y="2779776"/>
            <a:ext cx="4160520" cy="960120"/>
          </a:xfrm>
          <a:prstGeom prst="rect">
            <a:avLst/>
          </a:prstGeom>
          <a:solidFill>
            <a:srgbClr val="1B2C6B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384048" y="2779776"/>
            <a:ext cx="54864" cy="9601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" y="3694176"/>
            <a:ext cx="4160520" cy="45720"/>
          </a:xfrm>
          <a:prstGeom prst="rect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493776" y="2871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83" name="Text 81"/>
          <p:cNvSpPr/>
          <p:nvPr/>
        </p:nvSpPr>
        <p:spPr>
          <a:xfrm>
            <a:off x="1042416" y="2871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Skill-Career Mismatch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1042416" y="31638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pursue careers misaligned with their true aptitudes.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791456" y="2779776"/>
            <a:ext cx="4160520" cy="960120"/>
          </a:xfrm>
          <a:prstGeom prst="rect">
            <a:avLst/>
          </a:prstGeom>
          <a:solidFill>
            <a:srgbClr val="1B2C6B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4791456" y="2779776"/>
            <a:ext cx="54864" cy="960120"/>
          </a:xfrm>
          <a:prstGeom prst="rect">
            <a:avLst/>
          </a:prstGeom>
          <a:solidFill>
            <a:srgbClr val="6B5DD3"/>
          </a:solidFill>
          <a:ln/>
        </p:spPr>
      </p:sp>
      <p:sp>
        <p:nvSpPr>
          <p:cNvPr id="87" name="Shape 85"/>
          <p:cNvSpPr/>
          <p:nvPr/>
        </p:nvSpPr>
        <p:spPr>
          <a:xfrm>
            <a:off x="4791456" y="3694176"/>
            <a:ext cx="4160520" cy="45720"/>
          </a:xfrm>
          <a:prstGeom prst="rect">
            <a:avLst/>
          </a:prstGeom>
          <a:solidFill>
            <a:srgbClr val="6B5DD3">
              <a:alpha val="30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901184" y="2871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5449824" y="2871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Institute Visibility</a:t>
            </a:r>
            <a:endParaRPr lang="en-US" sz="1150" dirty="0"/>
          </a:p>
        </p:txBody>
      </p:sp>
      <p:sp>
        <p:nvSpPr>
          <p:cNvPr id="90" name="Text 88"/>
          <p:cNvSpPr/>
          <p:nvPr/>
        </p:nvSpPr>
        <p:spPr>
          <a:xfrm>
            <a:off x="5449824" y="31638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Unaware of institutions that match their career &amp; budget.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84048" y="3840480"/>
            <a:ext cx="4160520" cy="960120"/>
          </a:xfrm>
          <a:prstGeom prst="rect">
            <a:avLst/>
          </a:prstGeom>
          <a:solidFill>
            <a:srgbClr val="1B2C6B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384048" y="3840480"/>
            <a:ext cx="54864" cy="9601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93" name="Shape 91"/>
          <p:cNvSpPr/>
          <p:nvPr/>
        </p:nvSpPr>
        <p:spPr>
          <a:xfrm>
            <a:off x="384048" y="4754880"/>
            <a:ext cx="4160520" cy="45720"/>
          </a:xfrm>
          <a:prstGeom prst="rect">
            <a:avLst/>
          </a:prstGeom>
          <a:solidFill>
            <a:srgbClr val="00E5A0">
              <a:alpha val="30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493776" y="3931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95" name="Text 93"/>
          <p:cNvSpPr/>
          <p:nvPr/>
        </p:nvSpPr>
        <p:spPr>
          <a:xfrm>
            <a:off x="1042416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Resume Feedback</a:t>
            </a:r>
            <a:endParaRPr lang="en-US" sz="1150" dirty="0"/>
          </a:p>
        </p:txBody>
      </p:sp>
      <p:sp>
        <p:nvSpPr>
          <p:cNvPr id="96" name="Text 94"/>
          <p:cNvSpPr/>
          <p:nvPr/>
        </p:nvSpPr>
        <p:spPr>
          <a:xfrm>
            <a:off x="1042416" y="42245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submitted without knowing how to tailor for careers.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791456" y="3840480"/>
            <a:ext cx="4160520" cy="960120"/>
          </a:xfrm>
          <a:prstGeom prst="rect">
            <a:avLst/>
          </a:prstGeom>
          <a:solidFill>
            <a:srgbClr val="1B2C6B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4791456" y="3840480"/>
            <a:ext cx="54864" cy="960120"/>
          </a:xfrm>
          <a:prstGeom prst="rect">
            <a:avLst/>
          </a:prstGeom>
          <a:solidFill>
            <a:srgbClr val="7091E6"/>
          </a:solidFill>
          <a:ln/>
        </p:spPr>
      </p:sp>
      <p:sp>
        <p:nvSpPr>
          <p:cNvPr id="99" name="Shape 97"/>
          <p:cNvSpPr/>
          <p:nvPr/>
        </p:nvSpPr>
        <p:spPr>
          <a:xfrm>
            <a:off x="4791456" y="4754880"/>
            <a:ext cx="4160520" cy="45720"/>
          </a:xfrm>
          <a:prstGeom prst="rect">
            <a:avLst/>
          </a:prstGeom>
          <a:solidFill>
            <a:srgbClr val="7091E6">
              <a:alpha val="3000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4901184" y="3931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1" name="Text 99"/>
          <p:cNvSpPr/>
          <p:nvPr/>
        </p:nvSpPr>
        <p:spPr>
          <a:xfrm>
            <a:off x="5449824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Market Trends</a:t>
            </a:r>
            <a:endParaRPr lang="en-US" sz="1150" dirty="0"/>
          </a:p>
        </p:txBody>
      </p:sp>
      <p:sp>
        <p:nvSpPr>
          <p:cNvPr id="102" name="Text 100"/>
          <p:cNvSpPr/>
          <p:nvPr/>
        </p:nvSpPr>
        <p:spPr>
          <a:xfrm>
            <a:off x="5449824" y="42245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 of salary benchmarks or job growth rates.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0" y="5010912"/>
            <a:ext cx="313944" cy="36576"/>
          </a:xfrm>
          <a:prstGeom prst="rect">
            <a:avLst/>
          </a:prstGeom>
          <a:solidFill>
            <a:srgbClr val="F25C8A"/>
          </a:solidFill>
          <a:ln w="12700">
            <a:solidFill>
              <a:srgbClr val="F25C8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04800" y="5010912"/>
            <a:ext cx="313944" cy="36576"/>
          </a:xfrm>
          <a:prstGeom prst="rect">
            <a:avLst/>
          </a:prstGeom>
          <a:solidFill>
            <a:srgbClr val="ED5C8D"/>
          </a:solidFill>
          <a:ln w="12700">
            <a:solidFill>
              <a:srgbClr val="ED5C8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09600" y="5010912"/>
            <a:ext cx="313944" cy="36576"/>
          </a:xfrm>
          <a:prstGeom prst="rect">
            <a:avLst/>
          </a:prstGeom>
          <a:solidFill>
            <a:srgbClr val="E95C8F"/>
          </a:solidFill>
          <a:ln w="12700">
            <a:solidFill>
              <a:srgbClr val="E95C8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14400" y="5010912"/>
            <a:ext cx="313944" cy="36576"/>
          </a:xfrm>
          <a:prstGeom prst="rect">
            <a:avLst/>
          </a:prstGeom>
          <a:solidFill>
            <a:srgbClr val="E45C92"/>
          </a:solidFill>
          <a:ln w="12700">
            <a:solidFill>
              <a:srgbClr val="E45C9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219200" y="5010912"/>
            <a:ext cx="313944" cy="36576"/>
          </a:xfrm>
          <a:prstGeom prst="rect">
            <a:avLst/>
          </a:prstGeom>
          <a:solidFill>
            <a:srgbClr val="DF5C94"/>
          </a:solidFill>
          <a:ln w="12700">
            <a:solidFill>
              <a:srgbClr val="DF5C9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524000" y="5010912"/>
            <a:ext cx="313944" cy="36576"/>
          </a:xfrm>
          <a:prstGeom prst="rect">
            <a:avLst/>
          </a:prstGeom>
          <a:solidFill>
            <a:srgbClr val="DB5C97"/>
          </a:solidFill>
          <a:ln w="12700">
            <a:solidFill>
              <a:srgbClr val="DB5C97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828800" y="5010912"/>
            <a:ext cx="313944" cy="36576"/>
          </a:xfrm>
          <a:prstGeom prst="rect">
            <a:avLst/>
          </a:prstGeom>
          <a:solidFill>
            <a:srgbClr val="D65C99"/>
          </a:solidFill>
          <a:ln w="12700">
            <a:solidFill>
              <a:srgbClr val="D65C9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133600" y="5010912"/>
            <a:ext cx="313944" cy="36576"/>
          </a:xfrm>
          <a:prstGeom prst="rect">
            <a:avLst/>
          </a:prstGeom>
          <a:solidFill>
            <a:srgbClr val="D15C9C"/>
          </a:solidFill>
          <a:ln w="12700">
            <a:solidFill>
              <a:srgbClr val="D15C9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438400" y="5010912"/>
            <a:ext cx="313944" cy="36576"/>
          </a:xfrm>
          <a:prstGeom prst="rect">
            <a:avLst/>
          </a:prstGeom>
          <a:solidFill>
            <a:srgbClr val="CD5C9E"/>
          </a:solidFill>
          <a:ln w="12700">
            <a:solidFill>
              <a:srgbClr val="CD5C9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743200" y="5010912"/>
            <a:ext cx="313944" cy="36576"/>
          </a:xfrm>
          <a:prstGeom prst="rect">
            <a:avLst/>
          </a:prstGeom>
          <a:solidFill>
            <a:srgbClr val="C85CA1"/>
          </a:solidFill>
          <a:ln w="12700">
            <a:solidFill>
              <a:srgbClr val="C85CA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048000" y="5010912"/>
            <a:ext cx="313944" cy="36576"/>
          </a:xfrm>
          <a:prstGeom prst="rect">
            <a:avLst/>
          </a:prstGeom>
          <a:solidFill>
            <a:srgbClr val="C35CA3"/>
          </a:solidFill>
          <a:ln w="12700">
            <a:solidFill>
              <a:srgbClr val="C35CA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352800" y="5010912"/>
            <a:ext cx="313944" cy="36576"/>
          </a:xfrm>
          <a:prstGeom prst="rect">
            <a:avLst/>
          </a:prstGeom>
          <a:solidFill>
            <a:srgbClr val="BF5CA6"/>
          </a:solidFill>
          <a:ln w="12700">
            <a:solidFill>
              <a:srgbClr val="BF5CA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657600" y="5010912"/>
            <a:ext cx="313944" cy="36576"/>
          </a:xfrm>
          <a:prstGeom prst="rect">
            <a:avLst/>
          </a:prstGeom>
          <a:solidFill>
            <a:srgbClr val="BA5CA8"/>
          </a:solidFill>
          <a:ln w="12700">
            <a:solidFill>
              <a:srgbClr val="BA5CA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62400" y="5010912"/>
            <a:ext cx="313944" cy="36576"/>
          </a:xfrm>
          <a:prstGeom prst="rect">
            <a:avLst/>
          </a:prstGeom>
          <a:solidFill>
            <a:srgbClr val="B55CAB"/>
          </a:solidFill>
          <a:ln w="12700">
            <a:solidFill>
              <a:srgbClr val="B55CA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67200" y="5010912"/>
            <a:ext cx="313944" cy="36576"/>
          </a:xfrm>
          <a:prstGeom prst="rect">
            <a:avLst/>
          </a:prstGeom>
          <a:solidFill>
            <a:srgbClr val="B15CAD"/>
          </a:solidFill>
          <a:ln w="12700">
            <a:solidFill>
              <a:srgbClr val="B15CA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572000" y="5010912"/>
            <a:ext cx="313944" cy="36576"/>
          </a:xfrm>
          <a:prstGeom prst="rect">
            <a:avLst/>
          </a:prstGeom>
          <a:solidFill>
            <a:srgbClr val="AC5DB0"/>
          </a:solidFill>
          <a:ln w="12700">
            <a:solidFill>
              <a:srgbClr val="AC5DB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876800" y="5010912"/>
            <a:ext cx="313944" cy="36576"/>
          </a:xfrm>
          <a:prstGeom prst="rect">
            <a:avLst/>
          </a:prstGeom>
          <a:solidFill>
            <a:srgbClr val="A85DB2"/>
          </a:solidFill>
          <a:ln w="12700">
            <a:solidFill>
              <a:srgbClr val="A85DB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181600" y="5010912"/>
            <a:ext cx="313944" cy="36576"/>
          </a:xfrm>
          <a:prstGeom prst="rect">
            <a:avLst/>
          </a:prstGeom>
          <a:solidFill>
            <a:srgbClr val="A35DB5"/>
          </a:solidFill>
          <a:ln w="12700">
            <a:solidFill>
              <a:srgbClr val="A35DB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486400" y="5010912"/>
            <a:ext cx="313944" cy="36576"/>
          </a:xfrm>
          <a:prstGeom prst="rect">
            <a:avLst/>
          </a:prstGeom>
          <a:solidFill>
            <a:srgbClr val="9E5DB7"/>
          </a:solidFill>
          <a:ln w="12700">
            <a:solidFill>
              <a:srgbClr val="9E5DB7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791200" y="5010912"/>
            <a:ext cx="313944" cy="36576"/>
          </a:xfrm>
          <a:prstGeom prst="rect">
            <a:avLst/>
          </a:prstGeom>
          <a:solidFill>
            <a:srgbClr val="9A5DBA"/>
          </a:solidFill>
          <a:ln w="12700">
            <a:solidFill>
              <a:srgbClr val="9A5DB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096000" y="5010912"/>
            <a:ext cx="313944" cy="36576"/>
          </a:xfrm>
          <a:prstGeom prst="rect">
            <a:avLst/>
          </a:prstGeom>
          <a:solidFill>
            <a:srgbClr val="955DBC"/>
          </a:solidFill>
          <a:ln w="12700">
            <a:solidFill>
              <a:srgbClr val="955DB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400800" y="5010912"/>
            <a:ext cx="313944" cy="36576"/>
          </a:xfrm>
          <a:prstGeom prst="rect">
            <a:avLst/>
          </a:prstGeom>
          <a:solidFill>
            <a:srgbClr val="905DBF"/>
          </a:solidFill>
          <a:ln w="12700">
            <a:solidFill>
              <a:srgbClr val="905D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705600" y="5010912"/>
            <a:ext cx="313944" cy="36576"/>
          </a:xfrm>
          <a:prstGeom prst="rect">
            <a:avLst/>
          </a:prstGeom>
          <a:solidFill>
            <a:srgbClr val="8C5DC1"/>
          </a:solidFill>
          <a:ln w="12700">
            <a:solidFill>
              <a:srgbClr val="8C5DC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10400" y="5010912"/>
            <a:ext cx="313944" cy="36576"/>
          </a:xfrm>
          <a:prstGeom prst="rect">
            <a:avLst/>
          </a:prstGeom>
          <a:solidFill>
            <a:srgbClr val="875DC4"/>
          </a:solidFill>
          <a:ln w="12700">
            <a:solidFill>
              <a:srgbClr val="875DC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315200" y="5010912"/>
            <a:ext cx="313944" cy="36576"/>
          </a:xfrm>
          <a:prstGeom prst="rect">
            <a:avLst/>
          </a:prstGeom>
          <a:solidFill>
            <a:srgbClr val="825DC6"/>
          </a:solidFill>
          <a:ln w="12700">
            <a:solidFill>
              <a:srgbClr val="825DC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620000" y="5010912"/>
            <a:ext cx="313944" cy="36576"/>
          </a:xfrm>
          <a:prstGeom prst="rect">
            <a:avLst/>
          </a:prstGeom>
          <a:solidFill>
            <a:srgbClr val="7E5DC9"/>
          </a:solidFill>
          <a:ln w="12700">
            <a:solidFill>
              <a:srgbClr val="7E5DC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924800" y="5010912"/>
            <a:ext cx="313944" cy="36576"/>
          </a:xfrm>
          <a:prstGeom prst="rect">
            <a:avLst/>
          </a:prstGeom>
          <a:solidFill>
            <a:srgbClr val="795DCB"/>
          </a:solidFill>
          <a:ln w="12700">
            <a:solidFill>
              <a:srgbClr val="795DC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229600" y="5010912"/>
            <a:ext cx="313944" cy="36576"/>
          </a:xfrm>
          <a:prstGeom prst="rect">
            <a:avLst/>
          </a:prstGeom>
          <a:solidFill>
            <a:srgbClr val="745DCE"/>
          </a:solidFill>
          <a:ln w="12700">
            <a:solidFill>
              <a:srgbClr val="745DCE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534400" y="5010912"/>
            <a:ext cx="313944" cy="36576"/>
          </a:xfrm>
          <a:prstGeom prst="rect">
            <a:avLst/>
          </a:prstGeom>
          <a:solidFill>
            <a:srgbClr val="705DD0"/>
          </a:solidFill>
          <a:ln w="12700">
            <a:solidFill>
              <a:srgbClr val="705DD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839200" y="5010912"/>
            <a:ext cx="313944" cy="36576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914400"/>
            <a:ext cx="4572000" cy="4572000"/>
          </a:xfrm>
          <a:prstGeom prst="ellipse">
            <a:avLst/>
          </a:prstGeom>
          <a:solidFill>
            <a:srgbClr val="6B5DD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13944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0"/>
            <a:ext cx="313944" cy="50292"/>
          </a:xfrm>
          <a:prstGeom prst="rect">
            <a:avLst/>
          </a:prstGeom>
          <a:solidFill>
            <a:srgbClr val="04D0FD"/>
          </a:solidFill>
          <a:ln w="12700">
            <a:solidFill>
              <a:srgbClr val="04D0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0"/>
            <a:ext cx="313944" cy="50292"/>
          </a:xfrm>
          <a:prstGeom prst="rect">
            <a:avLst/>
          </a:prstGeom>
          <a:solidFill>
            <a:srgbClr val="07CCFC"/>
          </a:solidFill>
          <a:ln w="12700">
            <a:solidFill>
              <a:srgbClr val="07C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0"/>
            <a:ext cx="313944" cy="50292"/>
          </a:xfrm>
          <a:prstGeom prst="rect">
            <a:avLst/>
          </a:prstGeom>
          <a:solidFill>
            <a:srgbClr val="0BC8FA"/>
          </a:solidFill>
          <a:ln w="12700">
            <a:solidFill>
              <a:srgbClr val="0BC8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0"/>
            <a:ext cx="313944" cy="50292"/>
          </a:xfrm>
          <a:prstGeom prst="rect">
            <a:avLst/>
          </a:prstGeom>
          <a:solidFill>
            <a:srgbClr val="0FC4F9"/>
          </a:solidFill>
          <a:ln w="12700">
            <a:solidFill>
              <a:srgbClr val="0FC4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0"/>
            <a:ext cx="313944" cy="50292"/>
          </a:xfrm>
          <a:prstGeom prst="rect">
            <a:avLst/>
          </a:prstGeom>
          <a:solidFill>
            <a:srgbClr val="12BFF7"/>
          </a:solidFill>
          <a:ln w="12700">
            <a:solidFill>
              <a:srgbClr val="12BF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313944" cy="50292"/>
          </a:xfrm>
          <a:prstGeom prst="rect">
            <a:avLst/>
          </a:prstGeom>
          <a:solidFill>
            <a:srgbClr val="16BBF6"/>
          </a:solidFill>
          <a:ln w="12700">
            <a:solidFill>
              <a:srgbClr val="16BB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3600" y="0"/>
            <a:ext cx="313944" cy="50292"/>
          </a:xfrm>
          <a:prstGeom prst="rect">
            <a:avLst/>
          </a:prstGeom>
          <a:solidFill>
            <a:srgbClr val="1AB7F4"/>
          </a:solidFill>
          <a:ln w="12700">
            <a:solidFill>
              <a:srgbClr val="1AB7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8400" y="0"/>
            <a:ext cx="313944" cy="50292"/>
          </a:xfrm>
          <a:prstGeom prst="rect">
            <a:avLst/>
          </a:prstGeom>
          <a:solidFill>
            <a:srgbClr val="1EB3F3"/>
          </a:solidFill>
          <a:ln w="12700">
            <a:solidFill>
              <a:srgbClr val="1EB3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0"/>
            <a:ext cx="313944" cy="50292"/>
          </a:xfrm>
          <a:prstGeom prst="rect">
            <a:avLst/>
          </a:prstGeom>
          <a:solidFill>
            <a:srgbClr val="21AFF1"/>
          </a:solidFill>
          <a:ln w="12700">
            <a:solidFill>
              <a:srgbClr val="21AF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8000" y="0"/>
            <a:ext cx="313944" cy="50292"/>
          </a:xfrm>
          <a:prstGeom prst="rect">
            <a:avLst/>
          </a:prstGeom>
          <a:solidFill>
            <a:srgbClr val="25ABF0"/>
          </a:solidFill>
          <a:ln w="12700">
            <a:solidFill>
              <a:srgbClr val="25AB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2800" y="0"/>
            <a:ext cx="313944" cy="50292"/>
          </a:xfrm>
          <a:prstGeom prst="rect">
            <a:avLst/>
          </a:prstGeom>
          <a:solidFill>
            <a:srgbClr val="29A7EE"/>
          </a:solidFill>
          <a:ln w="12700">
            <a:solidFill>
              <a:srgbClr val="29A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313944" cy="50292"/>
          </a:xfrm>
          <a:prstGeom prst="rect">
            <a:avLst/>
          </a:prstGeom>
          <a:solidFill>
            <a:srgbClr val="2CA3ED"/>
          </a:solidFill>
          <a:ln w="12700">
            <a:solidFill>
              <a:srgbClr val="2CA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2400" y="0"/>
            <a:ext cx="313944" cy="50292"/>
          </a:xfrm>
          <a:prstGeom prst="rect">
            <a:avLst/>
          </a:prstGeom>
          <a:solidFill>
            <a:srgbClr val="309FEB"/>
          </a:solidFill>
          <a:ln w="12700">
            <a:solidFill>
              <a:srgbClr val="309F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7200" y="0"/>
            <a:ext cx="313944" cy="50292"/>
          </a:xfrm>
          <a:prstGeom prst="rect">
            <a:avLst/>
          </a:prstGeom>
          <a:solidFill>
            <a:srgbClr val="349BEA"/>
          </a:solidFill>
          <a:ln w="12700">
            <a:solidFill>
              <a:srgbClr val="349B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313944" cy="50292"/>
          </a:xfrm>
          <a:prstGeom prst="rect">
            <a:avLst/>
          </a:prstGeom>
          <a:solidFill>
            <a:srgbClr val="3796E8"/>
          </a:solidFill>
          <a:ln w="12700">
            <a:solidFill>
              <a:srgbClr val="379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6800" y="0"/>
            <a:ext cx="313944" cy="50292"/>
          </a:xfrm>
          <a:prstGeom prst="rect">
            <a:avLst/>
          </a:prstGeom>
          <a:solidFill>
            <a:srgbClr val="3B92E7"/>
          </a:solidFill>
          <a:ln w="12700">
            <a:solidFill>
              <a:srgbClr val="3B92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1600" y="0"/>
            <a:ext cx="313944" cy="50292"/>
          </a:xfrm>
          <a:prstGeom prst="rect">
            <a:avLst/>
          </a:prstGeom>
          <a:solidFill>
            <a:srgbClr val="3F8EE5"/>
          </a:solidFill>
          <a:ln w="12700">
            <a:solidFill>
              <a:srgbClr val="3F8E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0"/>
            <a:ext cx="313944" cy="50292"/>
          </a:xfrm>
          <a:prstGeom prst="rect">
            <a:avLst/>
          </a:prstGeom>
          <a:solidFill>
            <a:srgbClr val="428AE4"/>
          </a:solidFill>
          <a:ln w="12700">
            <a:solidFill>
              <a:srgbClr val="428A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1200" y="0"/>
            <a:ext cx="313944" cy="50292"/>
          </a:xfrm>
          <a:prstGeom prst="rect">
            <a:avLst/>
          </a:prstGeom>
          <a:solidFill>
            <a:srgbClr val="4686E2"/>
          </a:solidFill>
          <a:ln w="12700">
            <a:solidFill>
              <a:srgbClr val="4686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0"/>
            <a:ext cx="313944" cy="50292"/>
          </a:xfrm>
          <a:prstGeom prst="rect">
            <a:avLst/>
          </a:prstGeom>
          <a:solidFill>
            <a:srgbClr val="4A82E1"/>
          </a:solidFill>
          <a:ln w="12700">
            <a:solidFill>
              <a:srgbClr val="4A82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0"/>
            <a:ext cx="313944" cy="50292"/>
          </a:xfrm>
          <a:prstGeom prst="rect">
            <a:avLst/>
          </a:prstGeom>
          <a:solidFill>
            <a:srgbClr val="4D7EDF"/>
          </a:solidFill>
          <a:ln w="12700">
            <a:solidFill>
              <a:srgbClr val="4D7E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5600" y="0"/>
            <a:ext cx="313944" cy="50292"/>
          </a:xfrm>
          <a:prstGeom prst="rect">
            <a:avLst/>
          </a:prstGeom>
          <a:solidFill>
            <a:srgbClr val="517ADE"/>
          </a:solidFill>
          <a:ln w="12700">
            <a:solidFill>
              <a:srgbClr val="517A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0400" y="0"/>
            <a:ext cx="313944" cy="50292"/>
          </a:xfrm>
          <a:prstGeom prst="rect">
            <a:avLst/>
          </a:prstGeom>
          <a:solidFill>
            <a:srgbClr val="5576DC"/>
          </a:solidFill>
          <a:ln w="12700">
            <a:solidFill>
              <a:srgbClr val="5576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0"/>
            <a:ext cx="313944" cy="50292"/>
          </a:xfrm>
          <a:prstGeom prst="rect">
            <a:avLst/>
          </a:prstGeom>
          <a:solidFill>
            <a:srgbClr val="5972DB"/>
          </a:solidFill>
          <a:ln w="12700">
            <a:solidFill>
              <a:srgbClr val="5972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0" y="0"/>
            <a:ext cx="313944" cy="50292"/>
          </a:xfrm>
          <a:prstGeom prst="rect">
            <a:avLst/>
          </a:prstGeom>
          <a:solidFill>
            <a:srgbClr val="5C6DD9"/>
          </a:solidFill>
          <a:ln w="12700">
            <a:solidFill>
              <a:srgbClr val="5C6D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4800" y="0"/>
            <a:ext cx="313944" cy="50292"/>
          </a:xfrm>
          <a:prstGeom prst="rect">
            <a:avLst/>
          </a:prstGeom>
          <a:solidFill>
            <a:srgbClr val="6069D8"/>
          </a:solidFill>
          <a:ln w="12700">
            <a:solidFill>
              <a:srgbClr val="6069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0"/>
            <a:ext cx="313944" cy="50292"/>
          </a:xfrm>
          <a:prstGeom prst="rect">
            <a:avLst/>
          </a:prstGeom>
          <a:solidFill>
            <a:srgbClr val="6465D6"/>
          </a:solidFill>
          <a:ln w="12700">
            <a:solidFill>
              <a:srgbClr val="6465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34400" y="0"/>
            <a:ext cx="313944" cy="50292"/>
          </a:xfrm>
          <a:prstGeom prst="rect">
            <a:avLst/>
          </a:prstGeom>
          <a:solidFill>
            <a:srgbClr val="6761D5"/>
          </a:solidFill>
          <a:ln w="12700">
            <a:solidFill>
              <a:srgbClr val="676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39200" y="0"/>
            <a:ext cx="313944" cy="5029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PathFinder AI — One Platform.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Career Decision.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457200" y="1572768"/>
            <a:ext cx="283464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1572768"/>
            <a:ext cx="283464" cy="27432"/>
          </a:xfrm>
          <a:prstGeom prst="rect">
            <a:avLst/>
          </a:prstGeom>
          <a:solidFill>
            <a:srgbClr val="04D0FD"/>
          </a:solidFill>
          <a:ln w="12700">
            <a:solidFill>
              <a:srgbClr val="04D0F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1572768"/>
            <a:ext cx="283464" cy="27432"/>
          </a:xfrm>
          <a:prstGeom prst="rect">
            <a:avLst/>
          </a:prstGeom>
          <a:solidFill>
            <a:srgbClr val="07CCFC"/>
          </a:solidFill>
          <a:ln w="12700">
            <a:solidFill>
              <a:srgbClr val="07C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80160" y="1572768"/>
            <a:ext cx="283464" cy="27432"/>
          </a:xfrm>
          <a:prstGeom prst="rect">
            <a:avLst/>
          </a:prstGeom>
          <a:solidFill>
            <a:srgbClr val="0BC8FA"/>
          </a:solidFill>
          <a:ln w="12700">
            <a:solidFill>
              <a:srgbClr val="0BC8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54480" y="1572768"/>
            <a:ext cx="283464" cy="27432"/>
          </a:xfrm>
          <a:prstGeom prst="rect">
            <a:avLst/>
          </a:prstGeom>
          <a:solidFill>
            <a:srgbClr val="0FC4F9"/>
          </a:solidFill>
          <a:ln w="12700">
            <a:solidFill>
              <a:srgbClr val="0FC4F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0" y="1572768"/>
            <a:ext cx="283464" cy="27432"/>
          </a:xfrm>
          <a:prstGeom prst="rect">
            <a:avLst/>
          </a:prstGeom>
          <a:solidFill>
            <a:srgbClr val="12BFF7"/>
          </a:solidFill>
          <a:ln w="12700">
            <a:solidFill>
              <a:srgbClr val="12BF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1572768"/>
            <a:ext cx="283464" cy="27432"/>
          </a:xfrm>
          <a:prstGeom prst="rect">
            <a:avLst/>
          </a:prstGeom>
          <a:solidFill>
            <a:srgbClr val="16BBF6"/>
          </a:solidFill>
          <a:ln w="12700">
            <a:solidFill>
              <a:srgbClr val="16BB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77440" y="1572768"/>
            <a:ext cx="283464" cy="27432"/>
          </a:xfrm>
          <a:prstGeom prst="rect">
            <a:avLst/>
          </a:prstGeom>
          <a:solidFill>
            <a:srgbClr val="1AB7F4"/>
          </a:solidFill>
          <a:ln w="12700">
            <a:solidFill>
              <a:srgbClr val="1AB7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1572768"/>
            <a:ext cx="283464" cy="27432"/>
          </a:xfrm>
          <a:prstGeom prst="rect">
            <a:avLst/>
          </a:prstGeom>
          <a:solidFill>
            <a:srgbClr val="1EB3F3"/>
          </a:solidFill>
          <a:ln w="12700">
            <a:solidFill>
              <a:srgbClr val="1EB3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1572768"/>
            <a:ext cx="283464" cy="27432"/>
          </a:xfrm>
          <a:prstGeom prst="rect">
            <a:avLst/>
          </a:prstGeom>
          <a:solidFill>
            <a:srgbClr val="21AFF1"/>
          </a:solidFill>
          <a:ln w="12700">
            <a:solidFill>
              <a:srgbClr val="21AF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1572768"/>
            <a:ext cx="283464" cy="27432"/>
          </a:xfrm>
          <a:prstGeom prst="rect">
            <a:avLst/>
          </a:prstGeom>
          <a:solidFill>
            <a:srgbClr val="25ABF0"/>
          </a:solidFill>
          <a:ln w="12700">
            <a:solidFill>
              <a:srgbClr val="25AB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0" y="1572768"/>
            <a:ext cx="283464" cy="27432"/>
          </a:xfrm>
          <a:prstGeom prst="rect">
            <a:avLst/>
          </a:prstGeom>
          <a:solidFill>
            <a:srgbClr val="29A7EE"/>
          </a:solidFill>
          <a:ln w="12700">
            <a:solidFill>
              <a:srgbClr val="29A7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1572768"/>
            <a:ext cx="283464" cy="27432"/>
          </a:xfrm>
          <a:prstGeom prst="rect">
            <a:avLst/>
          </a:prstGeom>
          <a:solidFill>
            <a:srgbClr val="2CA3ED"/>
          </a:solidFill>
          <a:ln w="12700">
            <a:solidFill>
              <a:srgbClr val="2CA3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23360" y="1572768"/>
            <a:ext cx="283464" cy="27432"/>
          </a:xfrm>
          <a:prstGeom prst="rect">
            <a:avLst/>
          </a:prstGeom>
          <a:solidFill>
            <a:srgbClr val="309FEB"/>
          </a:solidFill>
          <a:ln w="12700">
            <a:solidFill>
              <a:srgbClr val="309F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97680" y="1572768"/>
            <a:ext cx="283464" cy="27432"/>
          </a:xfrm>
          <a:prstGeom prst="rect">
            <a:avLst/>
          </a:prstGeom>
          <a:solidFill>
            <a:srgbClr val="349BEA"/>
          </a:solidFill>
          <a:ln w="12700">
            <a:solidFill>
              <a:srgbClr val="349B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1572768"/>
            <a:ext cx="283464" cy="27432"/>
          </a:xfrm>
          <a:prstGeom prst="rect">
            <a:avLst/>
          </a:prstGeom>
          <a:solidFill>
            <a:srgbClr val="3796E8"/>
          </a:solidFill>
          <a:ln w="12700">
            <a:solidFill>
              <a:srgbClr val="3796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1572768"/>
            <a:ext cx="283464" cy="27432"/>
          </a:xfrm>
          <a:prstGeom prst="rect">
            <a:avLst/>
          </a:prstGeom>
          <a:solidFill>
            <a:srgbClr val="3B92E7"/>
          </a:solidFill>
          <a:ln w="12700">
            <a:solidFill>
              <a:srgbClr val="3B92E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1572768"/>
            <a:ext cx="283464" cy="27432"/>
          </a:xfrm>
          <a:prstGeom prst="rect">
            <a:avLst/>
          </a:prstGeom>
          <a:solidFill>
            <a:srgbClr val="3F8EE5"/>
          </a:solidFill>
          <a:ln w="12700">
            <a:solidFill>
              <a:srgbClr val="3F8E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94960" y="1572768"/>
            <a:ext cx="283464" cy="27432"/>
          </a:xfrm>
          <a:prstGeom prst="rect">
            <a:avLst/>
          </a:prstGeom>
          <a:solidFill>
            <a:srgbClr val="428AE4"/>
          </a:solidFill>
          <a:ln w="12700">
            <a:solidFill>
              <a:srgbClr val="428A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69280" y="1572768"/>
            <a:ext cx="283464" cy="27432"/>
          </a:xfrm>
          <a:prstGeom prst="rect">
            <a:avLst/>
          </a:prstGeom>
          <a:solidFill>
            <a:srgbClr val="4686E2"/>
          </a:solidFill>
          <a:ln w="12700">
            <a:solidFill>
              <a:srgbClr val="4686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43600" y="1572768"/>
            <a:ext cx="283464" cy="27432"/>
          </a:xfrm>
          <a:prstGeom prst="rect">
            <a:avLst/>
          </a:prstGeom>
          <a:solidFill>
            <a:srgbClr val="4A82E1"/>
          </a:solidFill>
          <a:ln w="12700">
            <a:solidFill>
              <a:srgbClr val="4A82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1572768"/>
            <a:ext cx="283464" cy="27432"/>
          </a:xfrm>
          <a:prstGeom prst="rect">
            <a:avLst/>
          </a:prstGeom>
          <a:solidFill>
            <a:srgbClr val="4D7EDF"/>
          </a:solidFill>
          <a:ln w="12700">
            <a:solidFill>
              <a:srgbClr val="4D7ED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572768"/>
            <a:ext cx="283464" cy="27432"/>
          </a:xfrm>
          <a:prstGeom prst="rect">
            <a:avLst/>
          </a:prstGeom>
          <a:solidFill>
            <a:srgbClr val="517ADE"/>
          </a:solidFill>
          <a:ln w="12700">
            <a:solidFill>
              <a:srgbClr val="517AD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1572768"/>
            <a:ext cx="283464" cy="27432"/>
          </a:xfrm>
          <a:prstGeom prst="rect">
            <a:avLst/>
          </a:prstGeom>
          <a:solidFill>
            <a:srgbClr val="5576DC"/>
          </a:solidFill>
          <a:ln w="12700">
            <a:solidFill>
              <a:srgbClr val="5576D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40880" y="1572768"/>
            <a:ext cx="283464" cy="27432"/>
          </a:xfrm>
          <a:prstGeom prst="rect">
            <a:avLst/>
          </a:prstGeom>
          <a:solidFill>
            <a:srgbClr val="5972DB"/>
          </a:solidFill>
          <a:ln w="12700">
            <a:solidFill>
              <a:srgbClr val="5972D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15200" y="1572768"/>
            <a:ext cx="283464" cy="27432"/>
          </a:xfrm>
          <a:prstGeom prst="rect">
            <a:avLst/>
          </a:prstGeom>
          <a:solidFill>
            <a:srgbClr val="5C6DD9"/>
          </a:solidFill>
          <a:ln w="12700">
            <a:solidFill>
              <a:srgbClr val="5C6DD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572768"/>
            <a:ext cx="283464" cy="27432"/>
          </a:xfrm>
          <a:prstGeom prst="rect">
            <a:avLst/>
          </a:prstGeom>
          <a:solidFill>
            <a:srgbClr val="6069D8"/>
          </a:solidFill>
          <a:ln w="12700">
            <a:solidFill>
              <a:srgbClr val="6069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3840" y="1572768"/>
            <a:ext cx="283464" cy="27432"/>
          </a:xfrm>
          <a:prstGeom prst="rect">
            <a:avLst/>
          </a:prstGeom>
          <a:solidFill>
            <a:srgbClr val="6465D6"/>
          </a:solidFill>
          <a:ln w="12700">
            <a:solidFill>
              <a:srgbClr val="6465D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38160" y="1572768"/>
            <a:ext cx="283464" cy="27432"/>
          </a:xfrm>
          <a:prstGeom prst="rect">
            <a:avLst/>
          </a:prstGeom>
          <a:solidFill>
            <a:srgbClr val="6761D5"/>
          </a:solidFill>
          <a:ln w="12700">
            <a:solidFill>
              <a:srgbClr val="6761D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12480" y="1572768"/>
            <a:ext cx="283464" cy="2743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7472" y="173736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47472" y="1737360"/>
            <a:ext cx="2788920" cy="50292"/>
          </a:xfrm>
          <a:prstGeom prst="roundRect">
            <a:avLst/>
          </a:prstGeom>
          <a:solidFill>
            <a:srgbClr val="00D4FF"/>
          </a:solidFill>
          <a:ln/>
        </p:spPr>
      </p:sp>
      <p:sp>
        <p:nvSpPr>
          <p:cNvPr id="68" name="Shape 66"/>
          <p:cNvSpPr/>
          <p:nvPr/>
        </p:nvSpPr>
        <p:spPr>
          <a:xfrm>
            <a:off x="2724912" y="1810512"/>
            <a:ext cx="320040" cy="320040"/>
          </a:xfrm>
          <a:prstGeom prst="ellipse">
            <a:avLst/>
          </a:prstGeom>
          <a:solidFill>
            <a:srgbClr val="00D4FF">
              <a:alpha val="7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2724912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3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38912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969264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57200" y="2423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career recommendations based on personality, skills &amp; goals.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291840" y="173736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291840" y="1737360"/>
            <a:ext cx="2788920" cy="50292"/>
          </a:xfrm>
          <a:prstGeom prst="roundRect">
            <a:avLst/>
          </a:prstGeom>
          <a:solidFill>
            <a:srgbClr val="6B5DD3"/>
          </a:solidFill>
          <a:ln/>
        </p:spPr>
      </p:sp>
      <p:sp>
        <p:nvSpPr>
          <p:cNvPr id="75" name="Shape 73"/>
          <p:cNvSpPr/>
          <p:nvPr/>
        </p:nvSpPr>
        <p:spPr>
          <a:xfrm>
            <a:off x="5669280" y="1810512"/>
            <a:ext cx="320040" cy="320040"/>
          </a:xfrm>
          <a:prstGeom prst="ellipse">
            <a:avLst/>
          </a:prstGeom>
          <a:solidFill>
            <a:srgbClr val="6B5DD3">
              <a:alpha val="7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5669280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5DD3"/>
                </a:solidFill>
              </a:rPr>
              <a:t>4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38328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3913632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Roadmaps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3401568" y="2423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AI-generated paths from where you are to where you want to be.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236208" y="173736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236208" y="1737360"/>
            <a:ext cx="2788920" cy="50292"/>
          </a:xfrm>
          <a:prstGeom prst="roundRect">
            <a:avLst/>
          </a:prstGeom>
          <a:solidFill>
            <a:srgbClr val="F0B429"/>
          </a:solidFill>
          <a:ln/>
        </p:spPr>
      </p:sp>
      <p:sp>
        <p:nvSpPr>
          <p:cNvPr id="82" name="Shape 80"/>
          <p:cNvSpPr/>
          <p:nvPr/>
        </p:nvSpPr>
        <p:spPr>
          <a:xfrm>
            <a:off x="8613648" y="1810512"/>
            <a:ext cx="320040" cy="320040"/>
          </a:xfrm>
          <a:prstGeom prst="ellipse">
            <a:avLst/>
          </a:prstGeom>
          <a:solidFill>
            <a:srgbClr val="F0B429">
              <a:alpha val="7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8613648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B429"/>
                </a:solidFill>
              </a:rPr>
              <a:t>5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327648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85" name="Text 83"/>
          <p:cNvSpPr/>
          <p:nvPr/>
        </p:nvSpPr>
        <p:spPr>
          <a:xfrm>
            <a:off x="6858000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Advisor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345936" y="2423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LLM chatbot that answers career questions with contextual intelligence.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47472" y="324612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347472" y="3246120"/>
            <a:ext cx="2788920" cy="50292"/>
          </a:xfrm>
          <a:prstGeom prst="roundRect">
            <a:avLst/>
          </a:prstGeom>
          <a:solidFill>
            <a:srgbClr val="F25C8A"/>
          </a:solidFill>
          <a:ln/>
        </p:spPr>
      </p:sp>
      <p:sp>
        <p:nvSpPr>
          <p:cNvPr id="89" name="Shape 87"/>
          <p:cNvSpPr/>
          <p:nvPr/>
        </p:nvSpPr>
        <p:spPr>
          <a:xfrm>
            <a:off x="2724912" y="3319272"/>
            <a:ext cx="320040" cy="320040"/>
          </a:xfrm>
          <a:prstGeom prst="ellipse">
            <a:avLst/>
          </a:prstGeom>
          <a:solidFill>
            <a:srgbClr val="F25C8A">
              <a:alpha val="70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2724912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5C8A"/>
                </a:solidFill>
              </a:rPr>
              <a:t>6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38912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2" name="Text 90"/>
          <p:cNvSpPr/>
          <p:nvPr/>
        </p:nvSpPr>
        <p:spPr>
          <a:xfrm>
            <a:off x="969264" y="3374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Insights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457200" y="3931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salary, growth rates, automation risk &amp; industry trends via Plotly charts.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3291840" y="324612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3291840" y="3246120"/>
            <a:ext cx="2788920" cy="50292"/>
          </a:xfrm>
          <a:prstGeom prst="roundRect">
            <a:avLst/>
          </a:prstGeom>
          <a:solidFill>
            <a:srgbClr val="00E5A0"/>
          </a:solidFill>
          <a:ln/>
        </p:spPr>
      </p:sp>
      <p:sp>
        <p:nvSpPr>
          <p:cNvPr id="96" name="Shape 94"/>
          <p:cNvSpPr/>
          <p:nvPr/>
        </p:nvSpPr>
        <p:spPr>
          <a:xfrm>
            <a:off x="5669280" y="3319272"/>
            <a:ext cx="320040" cy="320040"/>
          </a:xfrm>
          <a:prstGeom prst="ellipse">
            <a:avLst/>
          </a:prstGeom>
          <a:solidFill>
            <a:srgbClr val="00E5A0">
              <a:alpha val="70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5669280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7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338328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3913632" y="3374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Finder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3401568" y="3931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top universities matching your target career, city &amp; budget.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236208" y="324612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6236208" y="3246120"/>
            <a:ext cx="2788920" cy="50292"/>
          </a:xfrm>
          <a:prstGeom prst="roundRect">
            <a:avLst/>
          </a:prstGeom>
          <a:solidFill>
            <a:srgbClr val="7091E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613648" y="3319272"/>
            <a:ext cx="320040" cy="320040"/>
          </a:xfrm>
          <a:prstGeom prst="ellipse">
            <a:avLst/>
          </a:prstGeom>
          <a:solidFill>
            <a:srgbClr val="7091E6">
              <a:alpha val="70000"/>
            </a:srgbClr>
          </a:solidFill>
          <a:ln/>
        </p:spPr>
      </p:sp>
      <p:sp>
        <p:nvSpPr>
          <p:cNvPr id="104" name="Text 102"/>
          <p:cNvSpPr/>
          <p:nvPr/>
        </p:nvSpPr>
        <p:spPr>
          <a:xfrm>
            <a:off x="8613648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91E6"/>
                </a:solidFill>
              </a:rPr>
              <a:t>8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6327648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06" name="Text 104"/>
          <p:cNvSpPr/>
          <p:nvPr/>
        </p:nvSpPr>
        <p:spPr>
          <a:xfrm>
            <a:off x="6858000" y="3374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Analyzer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6345936" y="3931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 with gap analysis, strengths &amp; 3 immediate improvement actions.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0" y="5010912"/>
            <a:ext cx="313944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4800" y="5010912"/>
            <a:ext cx="313944" cy="36576"/>
          </a:xfrm>
          <a:prstGeom prst="rect">
            <a:avLst/>
          </a:prstGeom>
          <a:solidFill>
            <a:srgbClr val="02D0FC"/>
          </a:solidFill>
          <a:ln w="12700">
            <a:solidFill>
              <a:srgbClr val="02D0F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9600" y="5010912"/>
            <a:ext cx="313944" cy="36576"/>
          </a:xfrm>
          <a:prstGeom prst="rect">
            <a:avLst/>
          </a:prstGeom>
          <a:solidFill>
            <a:srgbClr val="04CBF8"/>
          </a:solidFill>
          <a:ln w="12700">
            <a:solidFill>
              <a:srgbClr val="04CBF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14400" y="5010912"/>
            <a:ext cx="313944" cy="36576"/>
          </a:xfrm>
          <a:prstGeom prst="rect">
            <a:avLst/>
          </a:prstGeom>
          <a:solidFill>
            <a:srgbClr val="06C7F5"/>
          </a:solidFill>
          <a:ln w="12700">
            <a:solidFill>
              <a:srgbClr val="06C7F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19200" y="5010912"/>
            <a:ext cx="313944" cy="36576"/>
          </a:xfrm>
          <a:prstGeom prst="rect">
            <a:avLst/>
          </a:prstGeom>
          <a:solidFill>
            <a:srgbClr val="08C2F2"/>
          </a:solidFill>
          <a:ln w="12700">
            <a:solidFill>
              <a:srgbClr val="08C2F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24000" y="5010912"/>
            <a:ext cx="313944" cy="36576"/>
          </a:xfrm>
          <a:prstGeom prst="rect">
            <a:avLst/>
          </a:prstGeom>
          <a:solidFill>
            <a:srgbClr val="0BBEEF"/>
          </a:solidFill>
          <a:ln w="12700">
            <a:solidFill>
              <a:srgbClr val="0BBEE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28800" y="5010912"/>
            <a:ext cx="313944" cy="36576"/>
          </a:xfrm>
          <a:prstGeom prst="rect">
            <a:avLst/>
          </a:prstGeom>
          <a:solidFill>
            <a:srgbClr val="0DB9EB"/>
          </a:solidFill>
          <a:ln w="12700">
            <a:solidFill>
              <a:srgbClr val="0DB9E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33600" y="5010912"/>
            <a:ext cx="313944" cy="36576"/>
          </a:xfrm>
          <a:prstGeom prst="rect">
            <a:avLst/>
          </a:prstGeom>
          <a:solidFill>
            <a:srgbClr val="0FB5E8"/>
          </a:solidFill>
          <a:ln w="12700">
            <a:solidFill>
              <a:srgbClr val="0FB5E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38400" y="5010912"/>
            <a:ext cx="313944" cy="36576"/>
          </a:xfrm>
          <a:prstGeom prst="rect">
            <a:avLst/>
          </a:prstGeom>
          <a:solidFill>
            <a:srgbClr val="11B0E5"/>
          </a:solidFill>
          <a:ln w="12700">
            <a:solidFill>
              <a:srgbClr val="11B0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43200" y="5010912"/>
            <a:ext cx="313944" cy="36576"/>
          </a:xfrm>
          <a:prstGeom prst="rect">
            <a:avLst/>
          </a:prstGeom>
          <a:solidFill>
            <a:srgbClr val="13ACE2"/>
          </a:solidFill>
          <a:ln w="12700">
            <a:solidFill>
              <a:srgbClr val="13ACE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48000" y="5010912"/>
            <a:ext cx="313944" cy="36576"/>
          </a:xfrm>
          <a:prstGeom prst="rect">
            <a:avLst/>
          </a:prstGeom>
          <a:solidFill>
            <a:srgbClr val="15A7DE"/>
          </a:solidFill>
          <a:ln w="12700">
            <a:solidFill>
              <a:srgbClr val="15A7D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352800" y="5010912"/>
            <a:ext cx="313944" cy="36576"/>
          </a:xfrm>
          <a:prstGeom prst="rect">
            <a:avLst/>
          </a:prstGeom>
          <a:solidFill>
            <a:srgbClr val="17A3DB"/>
          </a:solidFill>
          <a:ln w="12700">
            <a:solidFill>
              <a:srgbClr val="17A3D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57600" y="5010912"/>
            <a:ext cx="313944" cy="36576"/>
          </a:xfrm>
          <a:prstGeom prst="rect">
            <a:avLst/>
          </a:prstGeom>
          <a:solidFill>
            <a:srgbClr val="199ED8"/>
          </a:solidFill>
          <a:ln w="12700">
            <a:solidFill>
              <a:srgbClr val="199ED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62400" y="5010912"/>
            <a:ext cx="313944" cy="36576"/>
          </a:xfrm>
          <a:prstGeom prst="rect">
            <a:avLst/>
          </a:prstGeom>
          <a:solidFill>
            <a:srgbClr val="1B9AD4"/>
          </a:solidFill>
          <a:ln w="12700">
            <a:solidFill>
              <a:srgbClr val="1B9AD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67200" y="5010912"/>
            <a:ext cx="313944" cy="36576"/>
          </a:xfrm>
          <a:prstGeom prst="rect">
            <a:avLst/>
          </a:prstGeom>
          <a:solidFill>
            <a:srgbClr val="1D95D1"/>
          </a:solidFill>
          <a:ln w="12700">
            <a:solidFill>
              <a:srgbClr val="1D95D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72000" y="5010912"/>
            <a:ext cx="313944" cy="36576"/>
          </a:xfrm>
          <a:prstGeom prst="rect">
            <a:avLst/>
          </a:prstGeom>
          <a:solidFill>
            <a:srgbClr val="2091CE"/>
          </a:solidFill>
          <a:ln w="12700">
            <a:solidFill>
              <a:srgbClr val="2091CE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876800" y="5010912"/>
            <a:ext cx="313944" cy="36576"/>
          </a:xfrm>
          <a:prstGeom prst="rect">
            <a:avLst/>
          </a:prstGeom>
          <a:solidFill>
            <a:srgbClr val="228CCB"/>
          </a:solidFill>
          <a:ln w="12700">
            <a:solidFill>
              <a:srgbClr val="228CC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81600" y="5010912"/>
            <a:ext cx="313944" cy="36576"/>
          </a:xfrm>
          <a:prstGeom prst="rect">
            <a:avLst/>
          </a:prstGeom>
          <a:solidFill>
            <a:srgbClr val="2488C7"/>
          </a:solidFill>
          <a:ln w="12700">
            <a:solidFill>
              <a:srgbClr val="2488C7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486400" y="5010912"/>
            <a:ext cx="313944" cy="36576"/>
          </a:xfrm>
          <a:prstGeom prst="rect">
            <a:avLst/>
          </a:prstGeom>
          <a:solidFill>
            <a:srgbClr val="2683C4"/>
          </a:solidFill>
          <a:ln w="12700">
            <a:solidFill>
              <a:srgbClr val="2683C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791200" y="5010912"/>
            <a:ext cx="313944" cy="36576"/>
          </a:xfrm>
          <a:prstGeom prst="rect">
            <a:avLst/>
          </a:prstGeom>
          <a:solidFill>
            <a:srgbClr val="287FC1"/>
          </a:solidFill>
          <a:ln w="12700">
            <a:solidFill>
              <a:srgbClr val="287FC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096000" y="5010912"/>
            <a:ext cx="313944" cy="36576"/>
          </a:xfrm>
          <a:prstGeom prst="rect">
            <a:avLst/>
          </a:prstGeom>
          <a:solidFill>
            <a:srgbClr val="2A7ABD"/>
          </a:solidFill>
          <a:ln w="12700">
            <a:solidFill>
              <a:srgbClr val="2A7ABD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00800" y="5010912"/>
            <a:ext cx="313944" cy="36576"/>
          </a:xfrm>
          <a:prstGeom prst="rect">
            <a:avLst/>
          </a:prstGeom>
          <a:solidFill>
            <a:srgbClr val="2C76BA"/>
          </a:solidFill>
          <a:ln w="12700">
            <a:solidFill>
              <a:srgbClr val="2C76B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05600" y="5010912"/>
            <a:ext cx="313944" cy="36576"/>
          </a:xfrm>
          <a:prstGeom prst="rect">
            <a:avLst/>
          </a:prstGeom>
          <a:solidFill>
            <a:srgbClr val="2E71B7"/>
          </a:solidFill>
          <a:ln w="12700">
            <a:solidFill>
              <a:srgbClr val="2E71B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010400" y="5010912"/>
            <a:ext cx="313944" cy="36576"/>
          </a:xfrm>
          <a:prstGeom prst="rect">
            <a:avLst/>
          </a:prstGeom>
          <a:solidFill>
            <a:srgbClr val="306DB4"/>
          </a:solidFill>
          <a:ln w="12700">
            <a:solidFill>
              <a:srgbClr val="306DB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315200" y="5010912"/>
            <a:ext cx="313944" cy="36576"/>
          </a:xfrm>
          <a:prstGeom prst="rect">
            <a:avLst/>
          </a:prstGeom>
          <a:solidFill>
            <a:srgbClr val="3268B0"/>
          </a:solidFill>
          <a:ln w="12700">
            <a:solidFill>
              <a:srgbClr val="3268B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620000" y="5010912"/>
            <a:ext cx="313944" cy="36576"/>
          </a:xfrm>
          <a:prstGeom prst="rect">
            <a:avLst/>
          </a:prstGeom>
          <a:solidFill>
            <a:srgbClr val="3564AD"/>
          </a:solidFill>
          <a:ln w="12700">
            <a:solidFill>
              <a:srgbClr val="3564AD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924800" y="5010912"/>
            <a:ext cx="313944" cy="36576"/>
          </a:xfrm>
          <a:prstGeom prst="rect">
            <a:avLst/>
          </a:prstGeom>
          <a:solidFill>
            <a:srgbClr val="375FAA"/>
          </a:solidFill>
          <a:ln w="12700">
            <a:solidFill>
              <a:srgbClr val="375FA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29600" y="5010912"/>
            <a:ext cx="313944" cy="36576"/>
          </a:xfrm>
          <a:prstGeom prst="rect">
            <a:avLst/>
          </a:prstGeom>
          <a:solidFill>
            <a:srgbClr val="395BA7"/>
          </a:solidFill>
          <a:ln w="12700">
            <a:solidFill>
              <a:srgbClr val="395BA7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34400" y="5010912"/>
            <a:ext cx="313944" cy="36576"/>
          </a:xfrm>
          <a:prstGeom prst="rect">
            <a:avLst/>
          </a:prstGeom>
          <a:solidFill>
            <a:srgbClr val="3B56A3"/>
          </a:solidFill>
          <a:ln w="12700">
            <a:solidFill>
              <a:srgbClr val="3B56A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839200" y="5010912"/>
            <a:ext cx="313944" cy="3657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E5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6B5DD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13944" cy="5029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0"/>
            <a:ext cx="313944" cy="50292"/>
          </a:xfrm>
          <a:prstGeom prst="rect">
            <a:avLst/>
          </a:prstGeom>
          <a:solidFill>
            <a:srgbClr val="00E4A3"/>
          </a:solidFill>
          <a:ln w="12700">
            <a:solidFill>
              <a:srgbClr val="00E4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0"/>
            <a:ext cx="313944" cy="50292"/>
          </a:xfrm>
          <a:prstGeom prst="rect">
            <a:avLst/>
          </a:prstGeom>
          <a:solidFill>
            <a:srgbClr val="00E4A7"/>
          </a:solidFill>
          <a:ln w="12700">
            <a:solidFill>
              <a:srgbClr val="00E4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0"/>
            <a:ext cx="313944" cy="50292"/>
          </a:xfrm>
          <a:prstGeom prst="rect">
            <a:avLst/>
          </a:prstGeom>
          <a:solidFill>
            <a:srgbClr val="00E3AA"/>
          </a:solidFill>
          <a:ln w="12700">
            <a:solidFill>
              <a:srgbClr val="00E3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0"/>
            <a:ext cx="313944" cy="50292"/>
          </a:xfrm>
          <a:prstGeom prst="rect">
            <a:avLst/>
          </a:prstGeom>
          <a:solidFill>
            <a:srgbClr val="00E3AD"/>
          </a:solidFill>
          <a:ln w="12700">
            <a:solidFill>
              <a:srgbClr val="00E3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0"/>
            <a:ext cx="313944" cy="50292"/>
          </a:xfrm>
          <a:prstGeom prst="rect">
            <a:avLst/>
          </a:prstGeom>
          <a:solidFill>
            <a:srgbClr val="00E2B0"/>
          </a:solidFill>
          <a:ln w="12700">
            <a:solidFill>
              <a:srgbClr val="00E2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313944" cy="50292"/>
          </a:xfrm>
          <a:prstGeom prst="rect">
            <a:avLst/>
          </a:prstGeom>
          <a:solidFill>
            <a:srgbClr val="00E1B4"/>
          </a:solidFill>
          <a:ln w="12700">
            <a:solidFill>
              <a:srgbClr val="00E1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3600" y="0"/>
            <a:ext cx="313944" cy="50292"/>
          </a:xfrm>
          <a:prstGeom prst="rect">
            <a:avLst/>
          </a:prstGeom>
          <a:solidFill>
            <a:srgbClr val="00E1B7"/>
          </a:solidFill>
          <a:ln w="12700">
            <a:solidFill>
              <a:srgbClr val="00E1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8400" y="0"/>
            <a:ext cx="313944" cy="50292"/>
          </a:xfrm>
          <a:prstGeom prst="rect">
            <a:avLst/>
          </a:prstGeom>
          <a:solidFill>
            <a:srgbClr val="00E0BA"/>
          </a:solidFill>
          <a:ln w="12700">
            <a:solidFill>
              <a:srgbClr val="00E0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0"/>
            <a:ext cx="313944" cy="50292"/>
          </a:xfrm>
          <a:prstGeom prst="rect">
            <a:avLst/>
          </a:prstGeom>
          <a:solidFill>
            <a:srgbClr val="00E0BD"/>
          </a:solidFill>
          <a:ln w="12700">
            <a:solidFill>
              <a:srgbClr val="00E0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8000" y="0"/>
            <a:ext cx="313944" cy="50292"/>
          </a:xfrm>
          <a:prstGeom prst="rect">
            <a:avLst/>
          </a:prstGeom>
          <a:solidFill>
            <a:srgbClr val="00DFC1"/>
          </a:solidFill>
          <a:ln w="12700">
            <a:solidFill>
              <a:srgbClr val="00DF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2800" y="0"/>
            <a:ext cx="313944" cy="50292"/>
          </a:xfrm>
          <a:prstGeom prst="rect">
            <a:avLst/>
          </a:prstGeom>
          <a:solidFill>
            <a:srgbClr val="00DFC4"/>
          </a:solidFill>
          <a:ln w="12700">
            <a:solidFill>
              <a:srgbClr val="00D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313944" cy="50292"/>
          </a:xfrm>
          <a:prstGeom prst="rect">
            <a:avLst/>
          </a:prstGeom>
          <a:solidFill>
            <a:srgbClr val="00DEC7"/>
          </a:solidFill>
          <a:ln w="12700">
            <a:solidFill>
              <a:srgbClr val="00DE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2400" y="0"/>
            <a:ext cx="313944" cy="50292"/>
          </a:xfrm>
          <a:prstGeom prst="rect">
            <a:avLst/>
          </a:prstGeom>
          <a:solidFill>
            <a:srgbClr val="00DDCB"/>
          </a:solidFill>
          <a:ln w="12700">
            <a:solidFill>
              <a:srgbClr val="00DD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7200" y="0"/>
            <a:ext cx="313944" cy="50292"/>
          </a:xfrm>
          <a:prstGeom prst="rect">
            <a:avLst/>
          </a:prstGeom>
          <a:solidFill>
            <a:srgbClr val="00DDCE"/>
          </a:solidFill>
          <a:ln w="12700">
            <a:solidFill>
              <a:srgbClr val="00DD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313944" cy="50292"/>
          </a:xfrm>
          <a:prstGeom prst="rect">
            <a:avLst/>
          </a:prstGeom>
          <a:solidFill>
            <a:srgbClr val="00DCD1"/>
          </a:solidFill>
          <a:ln w="12700">
            <a:solidFill>
              <a:srgbClr val="00DC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6800" y="0"/>
            <a:ext cx="313944" cy="50292"/>
          </a:xfrm>
          <a:prstGeom prst="rect">
            <a:avLst/>
          </a:prstGeom>
          <a:solidFill>
            <a:srgbClr val="00DCD4"/>
          </a:solidFill>
          <a:ln w="12700">
            <a:solidFill>
              <a:srgbClr val="00DC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1600" y="0"/>
            <a:ext cx="313944" cy="50292"/>
          </a:xfrm>
          <a:prstGeom prst="rect">
            <a:avLst/>
          </a:prstGeom>
          <a:solidFill>
            <a:srgbClr val="00DBD8"/>
          </a:solidFill>
          <a:ln w="12700">
            <a:solidFill>
              <a:srgbClr val="00DB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0"/>
            <a:ext cx="313944" cy="50292"/>
          </a:xfrm>
          <a:prstGeom prst="rect">
            <a:avLst/>
          </a:prstGeom>
          <a:solidFill>
            <a:srgbClr val="00DADB"/>
          </a:solidFill>
          <a:ln w="12700">
            <a:solidFill>
              <a:srgbClr val="00DA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1200" y="0"/>
            <a:ext cx="313944" cy="50292"/>
          </a:xfrm>
          <a:prstGeom prst="rect">
            <a:avLst/>
          </a:prstGeom>
          <a:solidFill>
            <a:srgbClr val="00DADE"/>
          </a:solidFill>
          <a:ln w="12700">
            <a:solidFill>
              <a:srgbClr val="00DA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0"/>
            <a:ext cx="313944" cy="50292"/>
          </a:xfrm>
          <a:prstGeom prst="rect">
            <a:avLst/>
          </a:prstGeom>
          <a:solidFill>
            <a:srgbClr val="00D9E2"/>
          </a:solidFill>
          <a:ln w="12700">
            <a:solidFill>
              <a:srgbClr val="00D9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0"/>
            <a:ext cx="313944" cy="50292"/>
          </a:xfrm>
          <a:prstGeom prst="rect">
            <a:avLst/>
          </a:prstGeom>
          <a:solidFill>
            <a:srgbClr val="00D9E5"/>
          </a:solidFill>
          <a:ln w="12700">
            <a:solidFill>
              <a:srgbClr val="00D9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5600" y="0"/>
            <a:ext cx="313944" cy="50292"/>
          </a:xfrm>
          <a:prstGeom prst="rect">
            <a:avLst/>
          </a:prstGeom>
          <a:solidFill>
            <a:srgbClr val="00D8E8"/>
          </a:solidFill>
          <a:ln w="12700">
            <a:solidFill>
              <a:srgbClr val="00D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0400" y="0"/>
            <a:ext cx="313944" cy="50292"/>
          </a:xfrm>
          <a:prstGeom prst="rect">
            <a:avLst/>
          </a:prstGeom>
          <a:solidFill>
            <a:srgbClr val="00D8EB"/>
          </a:solidFill>
          <a:ln w="12700">
            <a:solidFill>
              <a:srgbClr val="00D8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0"/>
            <a:ext cx="313944" cy="50292"/>
          </a:xfrm>
          <a:prstGeom prst="rect">
            <a:avLst/>
          </a:prstGeom>
          <a:solidFill>
            <a:srgbClr val="00D7EF"/>
          </a:solidFill>
          <a:ln w="12700">
            <a:solidFill>
              <a:srgbClr val="00D7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0" y="0"/>
            <a:ext cx="313944" cy="50292"/>
          </a:xfrm>
          <a:prstGeom prst="rect">
            <a:avLst/>
          </a:prstGeom>
          <a:solidFill>
            <a:srgbClr val="00D6F2"/>
          </a:solidFill>
          <a:ln w="12700">
            <a:solidFill>
              <a:srgbClr val="00D6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4800" y="0"/>
            <a:ext cx="313944" cy="50292"/>
          </a:xfrm>
          <a:prstGeom prst="rect">
            <a:avLst/>
          </a:prstGeom>
          <a:solidFill>
            <a:srgbClr val="00D6F5"/>
          </a:solidFill>
          <a:ln w="12700">
            <a:solidFill>
              <a:srgbClr val="00D6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0"/>
            <a:ext cx="313944" cy="50292"/>
          </a:xfrm>
          <a:prstGeom prst="rect">
            <a:avLst/>
          </a:prstGeom>
          <a:solidFill>
            <a:srgbClr val="00D5F8"/>
          </a:solidFill>
          <a:ln w="12700">
            <a:solidFill>
              <a:srgbClr val="00D5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34400" y="0"/>
            <a:ext cx="313944" cy="50292"/>
          </a:xfrm>
          <a:prstGeom prst="rect">
            <a:avLst/>
          </a:prstGeom>
          <a:solidFill>
            <a:srgbClr val="00D5FC"/>
          </a:solidFill>
          <a:ln w="12700">
            <a:solidFill>
              <a:srgbClr val="00D5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39200" y="0"/>
            <a:ext cx="313944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PART 1 OF 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Processing Steps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is collected, cleaned, encoded and prepared for model training.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1481328"/>
            <a:ext cx="283464" cy="274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1481328"/>
            <a:ext cx="283464" cy="27432"/>
          </a:xfrm>
          <a:prstGeom prst="rect">
            <a:avLst/>
          </a:prstGeom>
          <a:solidFill>
            <a:srgbClr val="00E4A3"/>
          </a:solidFill>
          <a:ln w="12700">
            <a:solidFill>
              <a:srgbClr val="00E4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" y="1481328"/>
            <a:ext cx="283464" cy="27432"/>
          </a:xfrm>
          <a:prstGeom prst="rect">
            <a:avLst/>
          </a:prstGeom>
          <a:solidFill>
            <a:srgbClr val="00E4A7"/>
          </a:solidFill>
          <a:ln w="12700">
            <a:solidFill>
              <a:srgbClr val="00E4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80160" y="1481328"/>
            <a:ext cx="283464" cy="27432"/>
          </a:xfrm>
          <a:prstGeom prst="rect">
            <a:avLst/>
          </a:prstGeom>
          <a:solidFill>
            <a:srgbClr val="00E3AA"/>
          </a:solidFill>
          <a:ln w="12700">
            <a:solidFill>
              <a:srgbClr val="00E3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54480" y="1481328"/>
            <a:ext cx="283464" cy="27432"/>
          </a:xfrm>
          <a:prstGeom prst="rect">
            <a:avLst/>
          </a:prstGeom>
          <a:solidFill>
            <a:srgbClr val="00E3AD"/>
          </a:solidFill>
          <a:ln w="12700">
            <a:solidFill>
              <a:srgbClr val="00E3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1481328"/>
            <a:ext cx="283464" cy="27432"/>
          </a:xfrm>
          <a:prstGeom prst="rect">
            <a:avLst/>
          </a:prstGeom>
          <a:solidFill>
            <a:srgbClr val="00E2B0"/>
          </a:solidFill>
          <a:ln w="12700">
            <a:solidFill>
              <a:srgbClr val="00E2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03120" y="1481328"/>
            <a:ext cx="283464" cy="27432"/>
          </a:xfrm>
          <a:prstGeom prst="rect">
            <a:avLst/>
          </a:prstGeom>
          <a:solidFill>
            <a:srgbClr val="00E1B4"/>
          </a:solidFill>
          <a:ln w="12700">
            <a:solidFill>
              <a:srgbClr val="00E1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1481328"/>
            <a:ext cx="283464" cy="27432"/>
          </a:xfrm>
          <a:prstGeom prst="rect">
            <a:avLst/>
          </a:prstGeom>
          <a:solidFill>
            <a:srgbClr val="00E1B7"/>
          </a:solidFill>
          <a:ln w="12700">
            <a:solidFill>
              <a:srgbClr val="00E1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51760" y="1481328"/>
            <a:ext cx="283464" cy="27432"/>
          </a:xfrm>
          <a:prstGeom prst="rect">
            <a:avLst/>
          </a:prstGeom>
          <a:solidFill>
            <a:srgbClr val="00E0BA"/>
          </a:solidFill>
          <a:ln w="12700">
            <a:solidFill>
              <a:srgbClr val="00E0B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1481328"/>
            <a:ext cx="283464" cy="27432"/>
          </a:xfrm>
          <a:prstGeom prst="rect">
            <a:avLst/>
          </a:prstGeom>
          <a:solidFill>
            <a:srgbClr val="00E0BD"/>
          </a:solidFill>
          <a:ln w="12700">
            <a:solidFill>
              <a:srgbClr val="00E0B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1481328"/>
            <a:ext cx="283464" cy="27432"/>
          </a:xfrm>
          <a:prstGeom prst="rect">
            <a:avLst/>
          </a:prstGeom>
          <a:solidFill>
            <a:srgbClr val="00DFC1"/>
          </a:solidFill>
          <a:ln w="12700">
            <a:solidFill>
              <a:srgbClr val="00DFC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0" y="1481328"/>
            <a:ext cx="283464" cy="27432"/>
          </a:xfrm>
          <a:prstGeom prst="rect">
            <a:avLst/>
          </a:prstGeom>
          <a:solidFill>
            <a:srgbClr val="00DFC4"/>
          </a:solidFill>
          <a:ln w="12700">
            <a:solidFill>
              <a:srgbClr val="00DF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0" y="1481328"/>
            <a:ext cx="283464" cy="27432"/>
          </a:xfrm>
          <a:prstGeom prst="rect">
            <a:avLst/>
          </a:prstGeom>
          <a:solidFill>
            <a:srgbClr val="00DEC7"/>
          </a:solidFill>
          <a:ln w="12700">
            <a:solidFill>
              <a:srgbClr val="00DE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3360" y="1481328"/>
            <a:ext cx="283464" cy="27432"/>
          </a:xfrm>
          <a:prstGeom prst="rect">
            <a:avLst/>
          </a:prstGeom>
          <a:solidFill>
            <a:srgbClr val="00DDCB"/>
          </a:solidFill>
          <a:ln w="12700">
            <a:solidFill>
              <a:srgbClr val="00DDC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97680" y="1481328"/>
            <a:ext cx="283464" cy="27432"/>
          </a:xfrm>
          <a:prstGeom prst="rect">
            <a:avLst/>
          </a:prstGeom>
          <a:solidFill>
            <a:srgbClr val="00DDCE"/>
          </a:solidFill>
          <a:ln w="12700">
            <a:solidFill>
              <a:srgbClr val="00DDC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1481328"/>
            <a:ext cx="283464" cy="27432"/>
          </a:xfrm>
          <a:prstGeom prst="rect">
            <a:avLst/>
          </a:prstGeom>
          <a:solidFill>
            <a:srgbClr val="00DCD1"/>
          </a:solidFill>
          <a:ln w="12700">
            <a:solidFill>
              <a:srgbClr val="00DCD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1481328"/>
            <a:ext cx="283464" cy="27432"/>
          </a:xfrm>
          <a:prstGeom prst="rect">
            <a:avLst/>
          </a:prstGeom>
          <a:solidFill>
            <a:srgbClr val="00DCD4"/>
          </a:solidFill>
          <a:ln w="12700">
            <a:solidFill>
              <a:srgbClr val="00DC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20640" y="1481328"/>
            <a:ext cx="283464" cy="27432"/>
          </a:xfrm>
          <a:prstGeom prst="rect">
            <a:avLst/>
          </a:prstGeom>
          <a:solidFill>
            <a:srgbClr val="00DBD8"/>
          </a:solidFill>
          <a:ln w="12700">
            <a:solidFill>
              <a:srgbClr val="00DB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0" y="1481328"/>
            <a:ext cx="283464" cy="27432"/>
          </a:xfrm>
          <a:prstGeom prst="rect">
            <a:avLst/>
          </a:prstGeom>
          <a:solidFill>
            <a:srgbClr val="00DADB"/>
          </a:solidFill>
          <a:ln w="12700">
            <a:solidFill>
              <a:srgbClr val="00DAD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0" y="1481328"/>
            <a:ext cx="283464" cy="27432"/>
          </a:xfrm>
          <a:prstGeom prst="rect">
            <a:avLst/>
          </a:prstGeom>
          <a:solidFill>
            <a:srgbClr val="00DADE"/>
          </a:solidFill>
          <a:ln w="12700">
            <a:solidFill>
              <a:srgbClr val="00DAD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43600" y="1481328"/>
            <a:ext cx="283464" cy="27432"/>
          </a:xfrm>
          <a:prstGeom prst="rect">
            <a:avLst/>
          </a:prstGeom>
          <a:solidFill>
            <a:srgbClr val="00D9E2"/>
          </a:solidFill>
          <a:ln w="12700">
            <a:solidFill>
              <a:srgbClr val="00D9E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1481328"/>
            <a:ext cx="283464" cy="27432"/>
          </a:xfrm>
          <a:prstGeom prst="rect">
            <a:avLst/>
          </a:prstGeom>
          <a:solidFill>
            <a:srgbClr val="00D9E5"/>
          </a:solidFill>
          <a:ln w="12700">
            <a:solidFill>
              <a:srgbClr val="00D9E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1481328"/>
            <a:ext cx="283464" cy="27432"/>
          </a:xfrm>
          <a:prstGeom prst="rect">
            <a:avLst/>
          </a:prstGeom>
          <a:solidFill>
            <a:srgbClr val="00D8E8"/>
          </a:solidFill>
          <a:ln w="12700">
            <a:solidFill>
              <a:srgbClr val="00D8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0" y="1481328"/>
            <a:ext cx="283464" cy="27432"/>
          </a:xfrm>
          <a:prstGeom prst="rect">
            <a:avLst/>
          </a:prstGeom>
          <a:solidFill>
            <a:srgbClr val="00D8EB"/>
          </a:solidFill>
          <a:ln w="12700">
            <a:solidFill>
              <a:srgbClr val="00D8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40880" y="1481328"/>
            <a:ext cx="283464" cy="27432"/>
          </a:xfrm>
          <a:prstGeom prst="rect">
            <a:avLst/>
          </a:prstGeom>
          <a:solidFill>
            <a:srgbClr val="00D7EF"/>
          </a:solidFill>
          <a:ln w="12700">
            <a:solidFill>
              <a:srgbClr val="00D7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15200" y="1481328"/>
            <a:ext cx="283464" cy="27432"/>
          </a:xfrm>
          <a:prstGeom prst="rect">
            <a:avLst/>
          </a:prstGeom>
          <a:solidFill>
            <a:srgbClr val="00D6F2"/>
          </a:solidFill>
          <a:ln w="12700">
            <a:solidFill>
              <a:srgbClr val="00D6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9520" y="1481328"/>
            <a:ext cx="283464" cy="27432"/>
          </a:xfrm>
          <a:prstGeom prst="rect">
            <a:avLst/>
          </a:prstGeom>
          <a:solidFill>
            <a:srgbClr val="00D6F5"/>
          </a:solidFill>
          <a:ln w="12700">
            <a:solidFill>
              <a:srgbClr val="00D6F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63840" y="1481328"/>
            <a:ext cx="283464" cy="27432"/>
          </a:xfrm>
          <a:prstGeom prst="rect">
            <a:avLst/>
          </a:prstGeom>
          <a:solidFill>
            <a:srgbClr val="00D5F8"/>
          </a:solidFill>
          <a:ln w="12700">
            <a:solidFill>
              <a:srgbClr val="00D5F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38160" y="1481328"/>
            <a:ext cx="283464" cy="27432"/>
          </a:xfrm>
          <a:prstGeom prst="rect">
            <a:avLst/>
          </a:prstGeom>
          <a:solidFill>
            <a:srgbClr val="00D5FC"/>
          </a:solidFill>
          <a:ln w="12700">
            <a:solidFill>
              <a:srgbClr val="00D5F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12480" y="1481328"/>
            <a:ext cx="283464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7472" y="1828800"/>
            <a:ext cx="2788920" cy="1298448"/>
          </a:xfrm>
          <a:prstGeom prst="rect">
            <a:avLst/>
          </a:prstGeom>
          <a:solidFill>
            <a:srgbClr val="1B2C6B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47472" y="1828800"/>
            <a:ext cx="278892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9" name="Shape 67"/>
          <p:cNvSpPr/>
          <p:nvPr/>
        </p:nvSpPr>
        <p:spPr>
          <a:xfrm>
            <a:off x="420624" y="1920240"/>
            <a:ext cx="384048" cy="384048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42062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59536" y="192024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Dataset Loading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438912" y="23225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career_guidance_dataset.csv loaded via pd.read_csv()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38912" y="25786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institutes_dataset.csv loaded with fallback chain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38912" y="283464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career KB (55 careers) as ultimate fallback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291840" y="1828800"/>
            <a:ext cx="2788920" cy="1298448"/>
          </a:xfrm>
          <a:prstGeom prst="rect">
            <a:avLst/>
          </a:prstGeom>
          <a:solidFill>
            <a:srgbClr val="1B2C6B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3291840" y="1828800"/>
            <a:ext cx="278892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77" name="Shape 75"/>
          <p:cNvSpPr/>
          <p:nvPr/>
        </p:nvSpPr>
        <p:spPr>
          <a:xfrm>
            <a:off x="3364992" y="1920240"/>
            <a:ext cx="384048" cy="384048"/>
          </a:xfrm>
          <a:prstGeom prst="ellipse">
            <a:avLst/>
          </a:prstGeom>
          <a:solidFill>
            <a:srgbClr val="00E5A0">
              <a:alpha val="8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336499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803904" y="192024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Data Cleaning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3383280" y="23225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Column names stripped of whitespace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383280" y="25786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Missing values filled (median for numeric, 'Unknown' for strings)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383280" y="283464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pd.to_numeric() with errors='coerce' for safe casting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36208" y="1828800"/>
            <a:ext cx="2788920" cy="1298448"/>
          </a:xfrm>
          <a:prstGeom prst="rect">
            <a:avLst/>
          </a:prstGeom>
          <a:solidFill>
            <a:srgbClr val="1B2C6B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236208" y="1828800"/>
            <a:ext cx="2788920" cy="457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85" name="Shape 83"/>
          <p:cNvSpPr/>
          <p:nvPr/>
        </p:nvSpPr>
        <p:spPr>
          <a:xfrm>
            <a:off x="6309360" y="1920240"/>
            <a:ext cx="384048" cy="384048"/>
          </a:xfrm>
          <a:prstGeom prst="ellipse">
            <a:avLst/>
          </a:prstGeom>
          <a:solidFill>
            <a:srgbClr val="F0B429">
              <a:alpha val="80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63093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748272" y="192024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Feature Encoding</a:t>
            </a: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6327648" y="23225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LabelEncoder per categorical column (le_dict stored)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327648" y="25786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 column (career) encoded via le_target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327648" y="283464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encoders saved in session_state for inverse transform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47472" y="3273552"/>
            <a:ext cx="2788920" cy="1298448"/>
          </a:xfrm>
          <a:prstGeom prst="rect">
            <a:avLst/>
          </a:prstGeom>
          <a:solidFill>
            <a:srgbClr val="1B2C6B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347472" y="3273552"/>
            <a:ext cx="2788920" cy="45720"/>
          </a:xfrm>
          <a:prstGeom prst="rect">
            <a:avLst/>
          </a:prstGeom>
          <a:solidFill>
            <a:srgbClr val="6B5DD3"/>
          </a:solidFill>
          <a:ln/>
        </p:spPr>
      </p:sp>
      <p:sp>
        <p:nvSpPr>
          <p:cNvPr id="93" name="Shape 91"/>
          <p:cNvSpPr/>
          <p:nvPr/>
        </p:nvSpPr>
        <p:spPr>
          <a:xfrm>
            <a:off x="420624" y="3364992"/>
            <a:ext cx="384048" cy="384048"/>
          </a:xfrm>
          <a:prstGeom prst="ellipse">
            <a:avLst/>
          </a:prstGeom>
          <a:solidFill>
            <a:srgbClr val="6B5DD3">
              <a:alpha val="80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420624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D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59536" y="336499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Scaling</a:t>
            </a:r>
            <a:endParaRPr lang="en-US" sz="1150" dirty="0"/>
          </a:p>
        </p:txBody>
      </p:sp>
      <p:sp>
        <p:nvSpPr>
          <p:cNvPr id="96" name="Text 94"/>
          <p:cNvSpPr/>
          <p:nvPr/>
        </p:nvSpPr>
        <p:spPr>
          <a:xfrm>
            <a:off x="438912" y="376732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MinMaxScaler → [0,1] range for ML matching engine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38912" y="40233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StandardScaler → zero-mean for multi-model training lab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38912" y="427939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Scalers fitted on training set, reused at inference time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291840" y="3273552"/>
            <a:ext cx="2788920" cy="1298448"/>
          </a:xfrm>
          <a:prstGeom prst="rect">
            <a:avLst/>
          </a:prstGeom>
          <a:solidFill>
            <a:srgbClr val="1B2C6B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3291840" y="3273552"/>
            <a:ext cx="2788920" cy="45720"/>
          </a:xfrm>
          <a:prstGeom prst="rect">
            <a:avLst/>
          </a:prstGeom>
          <a:solidFill>
            <a:srgbClr val="F25C8A"/>
          </a:solidFill>
          <a:ln/>
        </p:spPr>
      </p:sp>
      <p:sp>
        <p:nvSpPr>
          <p:cNvPr id="101" name="Shape 99"/>
          <p:cNvSpPr/>
          <p:nvPr/>
        </p:nvSpPr>
        <p:spPr>
          <a:xfrm>
            <a:off x="3364992" y="3364992"/>
            <a:ext cx="384048" cy="384048"/>
          </a:xfrm>
          <a:prstGeom prst="ellipse">
            <a:avLst/>
          </a:prstGeom>
          <a:solidFill>
            <a:srgbClr val="F25C8A">
              <a:alpha val="80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336499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5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3803904" y="336499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Data Augmentation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3383280" y="376732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augment(df, n=600) generates synthetic samples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3383280" y="40233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Gaussian noise σ=0.45 applied to numerical features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3383280" y="427939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Values clipped to [1,10] valid range; concat with original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236208" y="3273552"/>
            <a:ext cx="2788920" cy="1298448"/>
          </a:xfrm>
          <a:prstGeom prst="rect">
            <a:avLst/>
          </a:prstGeom>
          <a:solidFill>
            <a:srgbClr val="1B2C6B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6236208" y="3273552"/>
            <a:ext cx="2788920" cy="45720"/>
          </a:xfrm>
          <a:prstGeom prst="rect">
            <a:avLst/>
          </a:prstGeom>
          <a:solidFill>
            <a:srgbClr val="7091E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309360" y="3364992"/>
            <a:ext cx="384048" cy="384048"/>
          </a:xfrm>
          <a:prstGeom prst="ellipse">
            <a:avLst/>
          </a:prstGeom>
          <a:solidFill>
            <a:srgbClr val="7091E6">
              <a:alpha val="80000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630936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9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6748272" y="336499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Train/Test Split</a:t>
            </a:r>
            <a:endParaRPr lang="en-US" sz="1150" dirty="0"/>
          </a:p>
        </p:txBody>
      </p:sp>
      <p:sp>
        <p:nvSpPr>
          <p:cNvPr id="112" name="Text 110"/>
          <p:cNvSpPr/>
          <p:nvPr/>
        </p:nvSpPr>
        <p:spPr>
          <a:xfrm>
            <a:off x="6327648" y="376732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train_test_split with test_size=0.20, random_state=42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6327648" y="40233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stratify=y ensures balanced class distribution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6327648" y="427939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Configurable via UI slider (10%–40%)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0" y="5010912"/>
            <a:ext cx="313944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04800" y="5010912"/>
            <a:ext cx="313944" cy="36576"/>
          </a:xfrm>
          <a:prstGeom prst="rect">
            <a:avLst/>
          </a:prstGeom>
          <a:solidFill>
            <a:srgbClr val="02E0A0"/>
          </a:solidFill>
          <a:ln w="12700">
            <a:solidFill>
              <a:srgbClr val="02E0A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09600" y="5010912"/>
            <a:ext cx="313944" cy="36576"/>
          </a:xfrm>
          <a:prstGeom prst="rect">
            <a:avLst/>
          </a:prstGeom>
          <a:solidFill>
            <a:srgbClr val="04DBA0"/>
          </a:solidFill>
          <a:ln w="12700">
            <a:solidFill>
              <a:srgbClr val="04DBA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14400" y="5010912"/>
            <a:ext cx="313944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219200" y="5010912"/>
            <a:ext cx="313944" cy="36576"/>
          </a:xfrm>
          <a:prstGeom prst="rect">
            <a:avLst/>
          </a:prstGeom>
          <a:solidFill>
            <a:srgbClr val="08D1A0"/>
          </a:solidFill>
          <a:ln w="12700">
            <a:solidFill>
              <a:srgbClr val="08D1A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524000" y="5010912"/>
            <a:ext cx="313944" cy="36576"/>
          </a:xfrm>
          <a:prstGeom prst="rect">
            <a:avLst/>
          </a:prstGeom>
          <a:solidFill>
            <a:srgbClr val="0BCCA0"/>
          </a:solidFill>
          <a:ln w="12700">
            <a:solidFill>
              <a:srgbClr val="0BCCA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828800" y="5010912"/>
            <a:ext cx="313944" cy="36576"/>
          </a:xfrm>
          <a:prstGeom prst="rect">
            <a:avLst/>
          </a:prstGeom>
          <a:solidFill>
            <a:srgbClr val="0DC7A0"/>
          </a:solidFill>
          <a:ln w="12700">
            <a:solidFill>
              <a:srgbClr val="0DC7A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133600" y="5010912"/>
            <a:ext cx="313944" cy="36576"/>
          </a:xfrm>
          <a:prstGeom prst="rect">
            <a:avLst/>
          </a:prstGeom>
          <a:solidFill>
            <a:srgbClr val="0FC2A0"/>
          </a:solidFill>
          <a:ln w="12700">
            <a:solidFill>
              <a:srgbClr val="0FC2A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438400" y="5010912"/>
            <a:ext cx="313944" cy="36576"/>
          </a:xfrm>
          <a:prstGeom prst="rect">
            <a:avLst/>
          </a:prstGeom>
          <a:solidFill>
            <a:srgbClr val="11BCA0"/>
          </a:solidFill>
          <a:ln w="12700">
            <a:solidFill>
              <a:srgbClr val="11BCA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743200" y="5010912"/>
            <a:ext cx="313944" cy="36576"/>
          </a:xfrm>
          <a:prstGeom prst="rect">
            <a:avLst/>
          </a:prstGeom>
          <a:solidFill>
            <a:srgbClr val="13B7A0"/>
          </a:solidFill>
          <a:ln w="12700">
            <a:solidFill>
              <a:srgbClr val="13B7A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048000" y="5010912"/>
            <a:ext cx="313944" cy="36576"/>
          </a:xfrm>
          <a:prstGeom prst="rect">
            <a:avLst/>
          </a:prstGeom>
          <a:solidFill>
            <a:srgbClr val="15B2A0"/>
          </a:solidFill>
          <a:ln w="12700">
            <a:solidFill>
              <a:srgbClr val="15B2A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352800" y="5010912"/>
            <a:ext cx="313944" cy="36576"/>
          </a:xfrm>
          <a:prstGeom prst="rect">
            <a:avLst/>
          </a:prstGeom>
          <a:solidFill>
            <a:srgbClr val="17ADA0"/>
          </a:solidFill>
          <a:ln w="12700">
            <a:solidFill>
              <a:srgbClr val="17ADA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657600" y="5010912"/>
            <a:ext cx="313944" cy="36576"/>
          </a:xfrm>
          <a:prstGeom prst="rect">
            <a:avLst/>
          </a:prstGeom>
          <a:solidFill>
            <a:srgbClr val="19A8A0"/>
          </a:solidFill>
          <a:ln w="12700">
            <a:solidFill>
              <a:srgbClr val="19A8A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962400" y="5010912"/>
            <a:ext cx="313944" cy="36576"/>
          </a:xfrm>
          <a:prstGeom prst="rect">
            <a:avLst/>
          </a:prstGeom>
          <a:solidFill>
            <a:srgbClr val="1BA3A0"/>
          </a:solidFill>
          <a:ln w="12700">
            <a:solidFill>
              <a:srgbClr val="1BA3A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267200" y="5010912"/>
            <a:ext cx="313944" cy="36576"/>
          </a:xfrm>
          <a:prstGeom prst="rect">
            <a:avLst/>
          </a:prstGeom>
          <a:solidFill>
            <a:srgbClr val="1D9EA0"/>
          </a:solidFill>
          <a:ln w="12700">
            <a:solidFill>
              <a:srgbClr val="1D9EA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72000" y="5010912"/>
            <a:ext cx="313944" cy="36576"/>
          </a:xfrm>
          <a:prstGeom prst="rect">
            <a:avLst/>
          </a:prstGeom>
          <a:solidFill>
            <a:srgbClr val="2099A0"/>
          </a:solidFill>
          <a:ln w="12700">
            <a:solidFill>
              <a:srgbClr val="2099A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76800" y="5010912"/>
            <a:ext cx="313944" cy="36576"/>
          </a:xfrm>
          <a:prstGeom prst="rect">
            <a:avLst/>
          </a:prstGeom>
          <a:solidFill>
            <a:srgbClr val="2294A0"/>
          </a:solidFill>
          <a:ln w="12700">
            <a:solidFill>
              <a:srgbClr val="2294A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81600" y="5010912"/>
            <a:ext cx="313944" cy="36576"/>
          </a:xfrm>
          <a:prstGeom prst="rect">
            <a:avLst/>
          </a:prstGeom>
          <a:solidFill>
            <a:srgbClr val="248FA0"/>
          </a:solidFill>
          <a:ln w="12700">
            <a:solidFill>
              <a:srgbClr val="248FA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486400" y="5010912"/>
            <a:ext cx="313944" cy="36576"/>
          </a:xfrm>
          <a:prstGeom prst="rect">
            <a:avLst/>
          </a:prstGeom>
          <a:solidFill>
            <a:srgbClr val="268AA0"/>
          </a:solidFill>
          <a:ln w="12700">
            <a:solidFill>
              <a:srgbClr val="268AA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791200" y="5010912"/>
            <a:ext cx="313944" cy="36576"/>
          </a:xfrm>
          <a:prstGeom prst="rect">
            <a:avLst/>
          </a:prstGeom>
          <a:solidFill>
            <a:srgbClr val="2885A0"/>
          </a:solidFill>
          <a:ln w="12700">
            <a:solidFill>
              <a:srgbClr val="2885A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096000" y="5010912"/>
            <a:ext cx="313944" cy="36576"/>
          </a:xfrm>
          <a:prstGeom prst="rect">
            <a:avLst/>
          </a:prstGeom>
          <a:solidFill>
            <a:srgbClr val="2A80A0"/>
          </a:solidFill>
          <a:ln w="12700">
            <a:solidFill>
              <a:srgbClr val="2A80A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400800" y="5010912"/>
            <a:ext cx="313944" cy="36576"/>
          </a:xfrm>
          <a:prstGeom prst="rect">
            <a:avLst/>
          </a:prstGeom>
          <a:solidFill>
            <a:srgbClr val="2C7BA0"/>
          </a:solidFill>
          <a:ln w="12700">
            <a:solidFill>
              <a:srgbClr val="2C7BA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05600" y="5010912"/>
            <a:ext cx="313944" cy="36576"/>
          </a:xfrm>
          <a:prstGeom prst="rect">
            <a:avLst/>
          </a:prstGeom>
          <a:solidFill>
            <a:srgbClr val="2E75A0"/>
          </a:solidFill>
          <a:ln w="12700">
            <a:solidFill>
              <a:srgbClr val="2E75A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010400" y="5010912"/>
            <a:ext cx="313944" cy="36576"/>
          </a:xfrm>
          <a:prstGeom prst="rect">
            <a:avLst/>
          </a:prstGeom>
          <a:solidFill>
            <a:srgbClr val="3070A0"/>
          </a:solidFill>
          <a:ln w="12700">
            <a:solidFill>
              <a:srgbClr val="3070A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315200" y="5010912"/>
            <a:ext cx="313944" cy="36576"/>
          </a:xfrm>
          <a:prstGeom prst="rect">
            <a:avLst/>
          </a:prstGeom>
          <a:solidFill>
            <a:srgbClr val="326BA0"/>
          </a:solidFill>
          <a:ln w="12700">
            <a:solidFill>
              <a:srgbClr val="326BA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620000" y="5010912"/>
            <a:ext cx="313944" cy="36576"/>
          </a:xfrm>
          <a:prstGeom prst="rect">
            <a:avLst/>
          </a:prstGeom>
          <a:solidFill>
            <a:srgbClr val="3566A0"/>
          </a:solidFill>
          <a:ln w="12700">
            <a:solidFill>
              <a:srgbClr val="3566A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924800" y="5010912"/>
            <a:ext cx="313944" cy="36576"/>
          </a:xfrm>
          <a:prstGeom prst="rect">
            <a:avLst/>
          </a:prstGeom>
          <a:solidFill>
            <a:srgbClr val="3761A0"/>
          </a:solidFill>
          <a:ln w="12700">
            <a:solidFill>
              <a:srgbClr val="3761A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229600" y="5010912"/>
            <a:ext cx="313944" cy="36576"/>
          </a:xfrm>
          <a:prstGeom prst="rect">
            <a:avLst/>
          </a:prstGeom>
          <a:solidFill>
            <a:srgbClr val="395CA0"/>
          </a:solidFill>
          <a:ln w="12700">
            <a:solidFill>
              <a:srgbClr val="395CA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534400" y="5010912"/>
            <a:ext cx="313944" cy="36576"/>
          </a:xfrm>
          <a:prstGeom prst="rect">
            <a:avLst/>
          </a:prstGeom>
          <a:solidFill>
            <a:srgbClr val="3B57A0"/>
          </a:solidFill>
          <a:ln w="12700">
            <a:solidFill>
              <a:srgbClr val="3B57A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839200" y="5010912"/>
            <a:ext cx="313944" cy="3657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091E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F0B42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13944" cy="50292"/>
          </a:xfrm>
          <a:prstGeom prst="rect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0"/>
            <a:ext cx="313944" cy="50292"/>
          </a:xfrm>
          <a:prstGeom prst="rect">
            <a:avLst/>
          </a:prstGeom>
          <a:solidFill>
            <a:srgbClr val="7492DF"/>
          </a:solidFill>
          <a:ln w="12700">
            <a:solidFill>
              <a:srgbClr val="7492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0"/>
            <a:ext cx="313944" cy="50292"/>
          </a:xfrm>
          <a:prstGeom prst="rect">
            <a:avLst/>
          </a:prstGeom>
          <a:solidFill>
            <a:srgbClr val="7993D9"/>
          </a:solidFill>
          <a:ln w="12700">
            <a:solidFill>
              <a:srgbClr val="7993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0"/>
            <a:ext cx="313944" cy="50292"/>
          </a:xfrm>
          <a:prstGeom prst="rect">
            <a:avLst/>
          </a:prstGeom>
          <a:solidFill>
            <a:srgbClr val="7D95D2"/>
          </a:solidFill>
          <a:ln w="12700">
            <a:solidFill>
              <a:srgbClr val="7D95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0"/>
            <a:ext cx="313944" cy="50292"/>
          </a:xfrm>
          <a:prstGeom prst="rect">
            <a:avLst/>
          </a:prstGeom>
          <a:solidFill>
            <a:srgbClr val="8296CC"/>
          </a:solidFill>
          <a:ln w="12700">
            <a:solidFill>
              <a:srgbClr val="829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0"/>
            <a:ext cx="313944" cy="50292"/>
          </a:xfrm>
          <a:prstGeom prst="rect">
            <a:avLst/>
          </a:prstGeom>
          <a:solidFill>
            <a:srgbClr val="8697C5"/>
          </a:solidFill>
          <a:ln w="12700">
            <a:solidFill>
              <a:srgbClr val="8697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313944" cy="50292"/>
          </a:xfrm>
          <a:prstGeom prst="rect">
            <a:avLst/>
          </a:prstGeom>
          <a:solidFill>
            <a:srgbClr val="8A98BF"/>
          </a:solidFill>
          <a:ln w="12700">
            <a:solidFill>
              <a:srgbClr val="8A98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3600" y="0"/>
            <a:ext cx="313944" cy="50292"/>
          </a:xfrm>
          <a:prstGeom prst="rect">
            <a:avLst/>
          </a:prstGeom>
          <a:solidFill>
            <a:srgbClr val="8F99B8"/>
          </a:solidFill>
          <a:ln w="12700">
            <a:solidFill>
              <a:srgbClr val="8F99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8400" y="0"/>
            <a:ext cx="313944" cy="50292"/>
          </a:xfrm>
          <a:prstGeom prst="rect">
            <a:avLst/>
          </a:prstGeom>
          <a:solidFill>
            <a:srgbClr val="939BB2"/>
          </a:solidFill>
          <a:ln w="12700">
            <a:solidFill>
              <a:srgbClr val="939B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0"/>
            <a:ext cx="313944" cy="50292"/>
          </a:xfrm>
          <a:prstGeom prst="rect">
            <a:avLst/>
          </a:prstGeom>
          <a:solidFill>
            <a:srgbClr val="989CAB"/>
          </a:solidFill>
          <a:ln w="12700">
            <a:solidFill>
              <a:srgbClr val="989C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8000" y="0"/>
            <a:ext cx="313944" cy="50292"/>
          </a:xfrm>
          <a:prstGeom prst="rect">
            <a:avLst/>
          </a:prstGeom>
          <a:solidFill>
            <a:srgbClr val="9C9DA5"/>
          </a:solidFill>
          <a:ln w="12700">
            <a:solidFill>
              <a:srgbClr val="9C9D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2800" y="0"/>
            <a:ext cx="313944" cy="50292"/>
          </a:xfrm>
          <a:prstGeom prst="rect">
            <a:avLst/>
          </a:prstGeom>
          <a:solidFill>
            <a:srgbClr val="A19E9E"/>
          </a:solidFill>
          <a:ln w="12700">
            <a:solidFill>
              <a:srgbClr val="A19E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313944" cy="50292"/>
          </a:xfrm>
          <a:prstGeom prst="rect">
            <a:avLst/>
          </a:prstGeom>
          <a:solidFill>
            <a:srgbClr val="A59F98"/>
          </a:solidFill>
          <a:ln w="12700">
            <a:solidFill>
              <a:srgbClr val="A59F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2400" y="0"/>
            <a:ext cx="313944" cy="50292"/>
          </a:xfrm>
          <a:prstGeom prst="rect">
            <a:avLst/>
          </a:prstGeom>
          <a:solidFill>
            <a:srgbClr val="A9A191"/>
          </a:solidFill>
          <a:ln w="12700">
            <a:solidFill>
              <a:srgbClr val="A9A19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7200" y="0"/>
            <a:ext cx="313944" cy="50292"/>
          </a:xfrm>
          <a:prstGeom prst="rect">
            <a:avLst/>
          </a:prstGeom>
          <a:solidFill>
            <a:srgbClr val="AEA28B"/>
          </a:solidFill>
          <a:ln w="12700">
            <a:solidFill>
              <a:srgbClr val="AEA2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313944" cy="50292"/>
          </a:xfrm>
          <a:prstGeom prst="rect">
            <a:avLst/>
          </a:prstGeom>
          <a:solidFill>
            <a:srgbClr val="B2A384"/>
          </a:solidFill>
          <a:ln w="12700">
            <a:solidFill>
              <a:srgbClr val="B2A3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6800" y="0"/>
            <a:ext cx="313944" cy="50292"/>
          </a:xfrm>
          <a:prstGeom prst="rect">
            <a:avLst/>
          </a:prstGeom>
          <a:solidFill>
            <a:srgbClr val="B7A47E"/>
          </a:solidFill>
          <a:ln w="12700">
            <a:solidFill>
              <a:srgbClr val="B7A4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1600" y="0"/>
            <a:ext cx="313944" cy="50292"/>
          </a:xfrm>
          <a:prstGeom prst="rect">
            <a:avLst/>
          </a:prstGeom>
          <a:solidFill>
            <a:srgbClr val="BBA677"/>
          </a:solidFill>
          <a:ln w="12700">
            <a:solidFill>
              <a:srgbClr val="BBA6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0"/>
            <a:ext cx="313944" cy="50292"/>
          </a:xfrm>
          <a:prstGeom prst="rect">
            <a:avLst/>
          </a:prstGeom>
          <a:solidFill>
            <a:srgbClr val="BFA771"/>
          </a:solidFill>
          <a:ln w="12700">
            <a:solidFill>
              <a:srgbClr val="BFA7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1200" y="0"/>
            <a:ext cx="313944" cy="50292"/>
          </a:xfrm>
          <a:prstGeom prst="rect">
            <a:avLst/>
          </a:prstGeom>
          <a:solidFill>
            <a:srgbClr val="C4A86A"/>
          </a:solidFill>
          <a:ln w="12700">
            <a:solidFill>
              <a:srgbClr val="C4A8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0"/>
            <a:ext cx="313944" cy="50292"/>
          </a:xfrm>
          <a:prstGeom prst="rect">
            <a:avLst/>
          </a:prstGeom>
          <a:solidFill>
            <a:srgbClr val="C8A964"/>
          </a:solidFill>
          <a:ln w="12700">
            <a:solidFill>
              <a:srgbClr val="C8A9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0"/>
            <a:ext cx="313944" cy="50292"/>
          </a:xfrm>
          <a:prstGeom prst="rect">
            <a:avLst/>
          </a:prstGeom>
          <a:solidFill>
            <a:srgbClr val="CDAA5D"/>
          </a:solidFill>
          <a:ln w="12700">
            <a:solidFill>
              <a:srgbClr val="CDAA5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5600" y="0"/>
            <a:ext cx="313944" cy="50292"/>
          </a:xfrm>
          <a:prstGeom prst="rect">
            <a:avLst/>
          </a:prstGeom>
          <a:solidFill>
            <a:srgbClr val="D1AC57"/>
          </a:solidFill>
          <a:ln w="12700">
            <a:solidFill>
              <a:srgbClr val="D1AC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0400" y="0"/>
            <a:ext cx="313944" cy="50292"/>
          </a:xfrm>
          <a:prstGeom prst="rect">
            <a:avLst/>
          </a:prstGeom>
          <a:solidFill>
            <a:srgbClr val="D6AD50"/>
          </a:solidFill>
          <a:ln w="12700">
            <a:solidFill>
              <a:srgbClr val="D6AD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0"/>
            <a:ext cx="313944" cy="50292"/>
          </a:xfrm>
          <a:prstGeom prst="rect">
            <a:avLst/>
          </a:prstGeom>
          <a:solidFill>
            <a:srgbClr val="DAAE4A"/>
          </a:solidFill>
          <a:ln w="12700">
            <a:solidFill>
              <a:srgbClr val="DAAE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0" y="0"/>
            <a:ext cx="313944" cy="50292"/>
          </a:xfrm>
          <a:prstGeom prst="rect">
            <a:avLst/>
          </a:prstGeom>
          <a:solidFill>
            <a:srgbClr val="DEAF43"/>
          </a:solidFill>
          <a:ln w="12700">
            <a:solidFill>
              <a:srgbClr val="DEAF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4800" y="0"/>
            <a:ext cx="313944" cy="50292"/>
          </a:xfrm>
          <a:prstGeom prst="rect">
            <a:avLst/>
          </a:prstGeom>
          <a:solidFill>
            <a:srgbClr val="E3B03D"/>
          </a:solidFill>
          <a:ln w="12700">
            <a:solidFill>
              <a:srgbClr val="E3B0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0"/>
            <a:ext cx="313944" cy="50292"/>
          </a:xfrm>
          <a:prstGeom prst="rect">
            <a:avLst/>
          </a:prstGeom>
          <a:solidFill>
            <a:srgbClr val="E7B236"/>
          </a:solidFill>
          <a:ln w="12700">
            <a:solidFill>
              <a:srgbClr val="E7B2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34400" y="0"/>
            <a:ext cx="313944" cy="50292"/>
          </a:xfrm>
          <a:prstGeom prst="rect">
            <a:avLst/>
          </a:prstGeom>
          <a:solidFill>
            <a:srgbClr val="ECB330"/>
          </a:solidFill>
          <a:ln w="12700">
            <a:solidFill>
              <a:srgbClr val="ECB3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39200" y="0"/>
            <a:ext cx="313944" cy="5029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709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PART 2 OF 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Frontend Interaction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Streamlit ties the ML backend to a reactive, real-time user interface.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1481328"/>
            <a:ext cx="283464" cy="27432"/>
          </a:xfrm>
          <a:prstGeom prst="rect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1481328"/>
            <a:ext cx="283464" cy="27432"/>
          </a:xfrm>
          <a:prstGeom prst="rect">
            <a:avLst/>
          </a:prstGeom>
          <a:solidFill>
            <a:srgbClr val="7492DF"/>
          </a:solidFill>
          <a:ln w="12700">
            <a:solidFill>
              <a:srgbClr val="7492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" y="1481328"/>
            <a:ext cx="283464" cy="27432"/>
          </a:xfrm>
          <a:prstGeom prst="rect">
            <a:avLst/>
          </a:prstGeom>
          <a:solidFill>
            <a:srgbClr val="7993D9"/>
          </a:solidFill>
          <a:ln w="12700">
            <a:solidFill>
              <a:srgbClr val="7993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80160" y="1481328"/>
            <a:ext cx="283464" cy="27432"/>
          </a:xfrm>
          <a:prstGeom prst="rect">
            <a:avLst/>
          </a:prstGeom>
          <a:solidFill>
            <a:srgbClr val="7D95D2"/>
          </a:solidFill>
          <a:ln w="12700">
            <a:solidFill>
              <a:srgbClr val="7D95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54480" y="1481328"/>
            <a:ext cx="283464" cy="27432"/>
          </a:xfrm>
          <a:prstGeom prst="rect">
            <a:avLst/>
          </a:prstGeom>
          <a:solidFill>
            <a:srgbClr val="8296CC"/>
          </a:solidFill>
          <a:ln w="12700">
            <a:solidFill>
              <a:srgbClr val="8296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1481328"/>
            <a:ext cx="283464" cy="27432"/>
          </a:xfrm>
          <a:prstGeom prst="rect">
            <a:avLst/>
          </a:prstGeom>
          <a:solidFill>
            <a:srgbClr val="8697C5"/>
          </a:solidFill>
          <a:ln w="12700">
            <a:solidFill>
              <a:srgbClr val="8697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03120" y="1481328"/>
            <a:ext cx="283464" cy="27432"/>
          </a:xfrm>
          <a:prstGeom prst="rect">
            <a:avLst/>
          </a:prstGeom>
          <a:solidFill>
            <a:srgbClr val="8A98BF"/>
          </a:solidFill>
          <a:ln w="12700">
            <a:solidFill>
              <a:srgbClr val="8A98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1481328"/>
            <a:ext cx="283464" cy="27432"/>
          </a:xfrm>
          <a:prstGeom prst="rect">
            <a:avLst/>
          </a:prstGeom>
          <a:solidFill>
            <a:srgbClr val="8F99B8"/>
          </a:solidFill>
          <a:ln w="12700">
            <a:solidFill>
              <a:srgbClr val="8F99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51760" y="1481328"/>
            <a:ext cx="283464" cy="27432"/>
          </a:xfrm>
          <a:prstGeom prst="rect">
            <a:avLst/>
          </a:prstGeom>
          <a:solidFill>
            <a:srgbClr val="939BB2"/>
          </a:solidFill>
          <a:ln w="12700">
            <a:solidFill>
              <a:srgbClr val="939B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1481328"/>
            <a:ext cx="283464" cy="27432"/>
          </a:xfrm>
          <a:prstGeom prst="rect">
            <a:avLst/>
          </a:prstGeom>
          <a:solidFill>
            <a:srgbClr val="989CAB"/>
          </a:solidFill>
          <a:ln w="12700">
            <a:solidFill>
              <a:srgbClr val="989CA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1481328"/>
            <a:ext cx="283464" cy="27432"/>
          </a:xfrm>
          <a:prstGeom prst="rect">
            <a:avLst/>
          </a:prstGeom>
          <a:solidFill>
            <a:srgbClr val="9C9DA5"/>
          </a:solidFill>
          <a:ln w="12700">
            <a:solidFill>
              <a:srgbClr val="9C9DA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0" y="1481328"/>
            <a:ext cx="283464" cy="27432"/>
          </a:xfrm>
          <a:prstGeom prst="rect">
            <a:avLst/>
          </a:prstGeom>
          <a:solidFill>
            <a:srgbClr val="A19E9E"/>
          </a:solidFill>
          <a:ln w="12700">
            <a:solidFill>
              <a:srgbClr val="A19E9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0" y="1481328"/>
            <a:ext cx="283464" cy="27432"/>
          </a:xfrm>
          <a:prstGeom prst="rect">
            <a:avLst/>
          </a:prstGeom>
          <a:solidFill>
            <a:srgbClr val="A59F98"/>
          </a:solidFill>
          <a:ln w="12700">
            <a:solidFill>
              <a:srgbClr val="A59F9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3360" y="1481328"/>
            <a:ext cx="283464" cy="27432"/>
          </a:xfrm>
          <a:prstGeom prst="rect">
            <a:avLst/>
          </a:prstGeom>
          <a:solidFill>
            <a:srgbClr val="A9A191"/>
          </a:solidFill>
          <a:ln w="12700">
            <a:solidFill>
              <a:srgbClr val="A9A19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97680" y="1481328"/>
            <a:ext cx="283464" cy="27432"/>
          </a:xfrm>
          <a:prstGeom prst="rect">
            <a:avLst/>
          </a:prstGeom>
          <a:solidFill>
            <a:srgbClr val="AEA28B"/>
          </a:solidFill>
          <a:ln w="12700">
            <a:solidFill>
              <a:srgbClr val="AEA2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1481328"/>
            <a:ext cx="283464" cy="27432"/>
          </a:xfrm>
          <a:prstGeom prst="rect">
            <a:avLst/>
          </a:prstGeom>
          <a:solidFill>
            <a:srgbClr val="B2A384"/>
          </a:solidFill>
          <a:ln w="12700">
            <a:solidFill>
              <a:srgbClr val="B2A38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1481328"/>
            <a:ext cx="283464" cy="27432"/>
          </a:xfrm>
          <a:prstGeom prst="rect">
            <a:avLst/>
          </a:prstGeom>
          <a:solidFill>
            <a:srgbClr val="B7A47E"/>
          </a:solidFill>
          <a:ln w="12700">
            <a:solidFill>
              <a:srgbClr val="B7A47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20640" y="1481328"/>
            <a:ext cx="283464" cy="27432"/>
          </a:xfrm>
          <a:prstGeom prst="rect">
            <a:avLst/>
          </a:prstGeom>
          <a:solidFill>
            <a:srgbClr val="BBA677"/>
          </a:solidFill>
          <a:ln w="12700">
            <a:solidFill>
              <a:srgbClr val="BBA67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0" y="1481328"/>
            <a:ext cx="283464" cy="27432"/>
          </a:xfrm>
          <a:prstGeom prst="rect">
            <a:avLst/>
          </a:prstGeom>
          <a:solidFill>
            <a:srgbClr val="BFA771"/>
          </a:solidFill>
          <a:ln w="12700">
            <a:solidFill>
              <a:srgbClr val="BFA77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0" y="1481328"/>
            <a:ext cx="283464" cy="27432"/>
          </a:xfrm>
          <a:prstGeom prst="rect">
            <a:avLst/>
          </a:prstGeom>
          <a:solidFill>
            <a:srgbClr val="C4A86A"/>
          </a:solidFill>
          <a:ln w="12700">
            <a:solidFill>
              <a:srgbClr val="C4A8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43600" y="1481328"/>
            <a:ext cx="283464" cy="27432"/>
          </a:xfrm>
          <a:prstGeom prst="rect">
            <a:avLst/>
          </a:prstGeom>
          <a:solidFill>
            <a:srgbClr val="C8A964"/>
          </a:solidFill>
          <a:ln w="12700">
            <a:solidFill>
              <a:srgbClr val="C8A96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1481328"/>
            <a:ext cx="283464" cy="27432"/>
          </a:xfrm>
          <a:prstGeom prst="rect">
            <a:avLst/>
          </a:prstGeom>
          <a:solidFill>
            <a:srgbClr val="CDAA5D"/>
          </a:solidFill>
          <a:ln w="12700">
            <a:solidFill>
              <a:srgbClr val="CDAA5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1481328"/>
            <a:ext cx="283464" cy="27432"/>
          </a:xfrm>
          <a:prstGeom prst="rect">
            <a:avLst/>
          </a:prstGeom>
          <a:solidFill>
            <a:srgbClr val="D1AC57"/>
          </a:solidFill>
          <a:ln w="12700">
            <a:solidFill>
              <a:srgbClr val="D1AC5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0" y="1481328"/>
            <a:ext cx="283464" cy="27432"/>
          </a:xfrm>
          <a:prstGeom prst="rect">
            <a:avLst/>
          </a:prstGeom>
          <a:solidFill>
            <a:srgbClr val="D6AD50"/>
          </a:solidFill>
          <a:ln w="12700">
            <a:solidFill>
              <a:srgbClr val="D6AD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40880" y="1481328"/>
            <a:ext cx="283464" cy="27432"/>
          </a:xfrm>
          <a:prstGeom prst="rect">
            <a:avLst/>
          </a:prstGeom>
          <a:solidFill>
            <a:srgbClr val="DAAE4A"/>
          </a:solidFill>
          <a:ln w="12700">
            <a:solidFill>
              <a:srgbClr val="DAAE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15200" y="1481328"/>
            <a:ext cx="283464" cy="27432"/>
          </a:xfrm>
          <a:prstGeom prst="rect">
            <a:avLst/>
          </a:prstGeom>
          <a:solidFill>
            <a:srgbClr val="DEAF43"/>
          </a:solidFill>
          <a:ln w="12700">
            <a:solidFill>
              <a:srgbClr val="DEAF4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9520" y="1481328"/>
            <a:ext cx="283464" cy="27432"/>
          </a:xfrm>
          <a:prstGeom prst="rect">
            <a:avLst/>
          </a:prstGeom>
          <a:solidFill>
            <a:srgbClr val="E3B03D"/>
          </a:solidFill>
          <a:ln w="12700">
            <a:solidFill>
              <a:srgbClr val="E3B0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63840" y="1481328"/>
            <a:ext cx="283464" cy="27432"/>
          </a:xfrm>
          <a:prstGeom prst="rect">
            <a:avLst/>
          </a:prstGeom>
          <a:solidFill>
            <a:srgbClr val="E7B236"/>
          </a:solidFill>
          <a:ln w="12700">
            <a:solidFill>
              <a:srgbClr val="E7B23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38160" y="1481328"/>
            <a:ext cx="283464" cy="27432"/>
          </a:xfrm>
          <a:prstGeom prst="rect">
            <a:avLst/>
          </a:prstGeom>
          <a:solidFill>
            <a:srgbClr val="ECB330"/>
          </a:solidFill>
          <a:ln w="12700">
            <a:solidFill>
              <a:srgbClr val="ECB33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12480" y="1481328"/>
            <a:ext cx="283464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94360" y="1719072"/>
            <a:ext cx="868680" cy="868680"/>
          </a:xfrm>
          <a:prstGeom prst="ellipse">
            <a:avLst/>
          </a:prstGeom>
          <a:solidFill>
            <a:srgbClr val="00D4FF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594360" y="17190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347472" y="26517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47472" y="303580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/ Form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463040" y="2148840"/>
            <a:ext cx="347472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2276856" y="1719072"/>
            <a:ext cx="868680" cy="868680"/>
          </a:xfrm>
          <a:prstGeom prst="ellipse">
            <a:avLst/>
          </a:prstGeom>
          <a:solidFill>
            <a:srgbClr val="7091E6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2276856" y="17190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74" name="Text 72"/>
          <p:cNvSpPr/>
          <p:nvPr/>
        </p:nvSpPr>
        <p:spPr>
          <a:xfrm>
            <a:off x="2029968" y="26517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2029968" y="303580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(in-memory)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145536" y="2148840"/>
            <a:ext cx="347472" cy="0"/>
          </a:xfrm>
          <a:prstGeom prst="line">
            <a:avLst/>
          </a:prstGeom>
          <a:noFill/>
          <a:ln w="19050">
            <a:solidFill>
              <a:srgbClr val="7091E6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3959352" y="1719072"/>
            <a:ext cx="868680" cy="868680"/>
          </a:xfrm>
          <a:prstGeom prst="ellipse">
            <a:avLst/>
          </a:prstGeom>
          <a:solidFill>
            <a:srgbClr val="6B5DD3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3959352" y="17190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79" name="Text 77"/>
          <p:cNvSpPr/>
          <p:nvPr/>
        </p:nvSpPr>
        <p:spPr>
          <a:xfrm>
            <a:off x="3712464" y="26517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3712464" y="303580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ML calls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828032" y="2148840"/>
            <a:ext cx="347472" cy="0"/>
          </a:xfrm>
          <a:prstGeom prst="line">
            <a:avLst/>
          </a:prstGeom>
          <a:noFill/>
          <a:ln w="19050">
            <a:solidFill>
              <a:srgbClr val="6B5DD3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5641848" y="1719072"/>
            <a:ext cx="868680" cy="868680"/>
          </a:xfrm>
          <a:prstGeom prst="ellipse">
            <a:avLst/>
          </a:prstGeom>
          <a:solidFill>
            <a:srgbClr val="F0B429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5641848" y="17190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84" name="Text 82"/>
          <p:cNvSpPr/>
          <p:nvPr/>
        </p:nvSpPr>
        <p:spPr>
          <a:xfrm>
            <a:off x="5394960" y="26517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5394960" y="303580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back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510528" y="2148840"/>
            <a:ext cx="347472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7324344" y="1719072"/>
            <a:ext cx="868680" cy="868680"/>
          </a:xfrm>
          <a:prstGeom prst="ellipse">
            <a:avLst/>
          </a:prstGeom>
          <a:solidFill>
            <a:srgbClr val="00E5A0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7324344" y="17190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89" name="Text 87"/>
          <p:cNvSpPr/>
          <p:nvPr/>
        </p:nvSpPr>
        <p:spPr>
          <a:xfrm>
            <a:off x="7077456" y="26517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7077456" y="303580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rendered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47472" y="3035808"/>
            <a:ext cx="2788920" cy="1810512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347472" y="3035808"/>
            <a:ext cx="2788920" cy="347472"/>
          </a:xfrm>
          <a:prstGeom prst="rect">
            <a:avLst/>
          </a:prstGeom>
          <a:solidFill>
            <a:srgbClr val="7091E6">
              <a:alpha val="8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347472" y="3035808"/>
            <a:ext cx="54864" cy="1810512"/>
          </a:xfrm>
          <a:prstGeom prst="rect">
            <a:avLst/>
          </a:prstGeom>
          <a:solidFill>
            <a:srgbClr val="7091E6"/>
          </a:solidFill>
          <a:ln/>
        </p:spPr>
      </p:sp>
      <p:sp>
        <p:nvSpPr>
          <p:cNvPr id="94" name="Text 92"/>
          <p:cNvSpPr/>
          <p:nvPr/>
        </p:nvSpPr>
        <p:spPr>
          <a:xfrm>
            <a:off x="457200" y="3035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Streamlit Reactive UI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457200" y="343814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st.set_page_config() sets layout='wide' for immersive experience</a:t>
            </a:r>
            <a:endParaRPr lang="en-US" sz="880" dirty="0"/>
          </a:p>
        </p:txBody>
      </p:sp>
      <p:sp>
        <p:nvSpPr>
          <p:cNvPr id="96" name="Text 94"/>
          <p:cNvSpPr/>
          <p:nvPr/>
        </p:nvSpPr>
        <p:spPr>
          <a:xfrm>
            <a:off x="457200" y="37673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st.markdown(unsafe_allow_html=True) injects custom CSS tokens</a:t>
            </a:r>
            <a:endParaRPr lang="en-US" sz="880" dirty="0"/>
          </a:p>
        </p:txBody>
      </p:sp>
      <p:sp>
        <p:nvSpPr>
          <p:cNvPr id="97" name="Text 95"/>
          <p:cNvSpPr/>
          <p:nvPr/>
        </p:nvSpPr>
        <p:spPr>
          <a:xfrm>
            <a:off x="457200" y="409651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st.rerun() triggers instant page re-render on navigation</a:t>
            </a:r>
            <a:endParaRPr lang="en-US" sz="880" dirty="0"/>
          </a:p>
        </p:txBody>
      </p:sp>
      <p:sp>
        <p:nvSpPr>
          <p:cNvPr id="98" name="Text 96"/>
          <p:cNvSpPr/>
          <p:nvPr/>
        </p:nvSpPr>
        <p:spPr>
          <a:xfrm>
            <a:off x="457200" y="44256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@st.cache_data caches loaded DataFrames across sessions</a:t>
            </a:r>
            <a:endParaRPr lang="en-US" sz="880" dirty="0"/>
          </a:p>
        </p:txBody>
      </p:sp>
      <p:sp>
        <p:nvSpPr>
          <p:cNvPr id="99" name="Shape 97"/>
          <p:cNvSpPr/>
          <p:nvPr/>
        </p:nvSpPr>
        <p:spPr>
          <a:xfrm>
            <a:off x="3310128" y="3035808"/>
            <a:ext cx="2788920" cy="1810512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3310128" y="3035808"/>
            <a:ext cx="2788920" cy="347472"/>
          </a:xfrm>
          <a:prstGeom prst="rect">
            <a:avLst/>
          </a:prstGeom>
          <a:solidFill>
            <a:srgbClr val="F0B429">
              <a:alpha val="8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3310128" y="3035808"/>
            <a:ext cx="54864" cy="181051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02" name="Text 100"/>
          <p:cNvSpPr/>
          <p:nvPr/>
        </p:nvSpPr>
        <p:spPr>
          <a:xfrm>
            <a:off x="3419856" y="3035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State &amp; API Bridge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3419856" y="343814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session_state dict persists user profile, matches &amp; chat history</a:t>
            </a:r>
            <a:endParaRPr lang="en-US" sz="880" dirty="0"/>
          </a:p>
        </p:txBody>
      </p:sp>
      <p:sp>
        <p:nvSpPr>
          <p:cNvPr id="104" name="Text 102"/>
          <p:cNvSpPr/>
          <p:nvPr/>
        </p:nvSpPr>
        <p:spPr>
          <a:xfrm>
            <a:off x="3419856" y="37673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groq_complete() wraps Groq API with retry &amp; error handling</a:t>
            </a:r>
            <a:endParaRPr lang="en-US" sz="880" dirty="0"/>
          </a:p>
        </p:txBody>
      </p:sp>
      <p:sp>
        <p:nvSpPr>
          <p:cNvPr id="105" name="Text 103"/>
          <p:cNvSpPr/>
          <p:nvPr/>
        </p:nvSpPr>
        <p:spPr>
          <a:xfrm>
            <a:off x="3419856" y="409651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Joblib model loaded once via @st.cache_resource at startup</a:t>
            </a:r>
            <a:endParaRPr lang="en-US" sz="880" dirty="0"/>
          </a:p>
        </p:txBody>
      </p:sp>
      <p:sp>
        <p:nvSpPr>
          <p:cNvPr id="106" name="Text 104"/>
          <p:cNvSpPr/>
          <p:nvPr/>
        </p:nvSpPr>
        <p:spPr>
          <a:xfrm>
            <a:off x="3419856" y="44256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predict_proba() results mapped back via le_target.inverse_transform()</a:t>
            </a:r>
            <a:endParaRPr lang="en-US" sz="880" dirty="0"/>
          </a:p>
        </p:txBody>
      </p:sp>
      <p:sp>
        <p:nvSpPr>
          <p:cNvPr id="107" name="Shape 105"/>
          <p:cNvSpPr/>
          <p:nvPr/>
        </p:nvSpPr>
        <p:spPr>
          <a:xfrm>
            <a:off x="6272784" y="3035808"/>
            <a:ext cx="2788920" cy="1810512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6272784" y="3035808"/>
            <a:ext cx="2788920" cy="347472"/>
          </a:xfrm>
          <a:prstGeom prst="rect">
            <a:avLst/>
          </a:prstGeom>
          <a:solidFill>
            <a:srgbClr val="00E5A0">
              <a:alpha val="8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6272784" y="3035808"/>
            <a:ext cx="54864" cy="181051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10" name="Text 108"/>
          <p:cNvSpPr/>
          <p:nvPr/>
        </p:nvSpPr>
        <p:spPr>
          <a:xfrm>
            <a:off x="6382512" y="3035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Output Rendering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6382512" y="343814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st.plotly_chart() renders interactive Plotly figures inline</a:t>
            </a:r>
            <a:endParaRPr lang="en-US" sz="880" dirty="0"/>
          </a:p>
        </p:txBody>
      </p:sp>
      <p:sp>
        <p:nvSpPr>
          <p:cNvPr id="112" name="Text 110"/>
          <p:cNvSpPr/>
          <p:nvPr/>
        </p:nvSpPr>
        <p:spPr>
          <a:xfrm>
            <a:off x="6382512" y="37673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apply_clean_format() converts LLM markdown to styled HTML</a:t>
            </a:r>
            <a:endParaRPr lang="en-US" sz="880" dirty="0"/>
          </a:p>
        </p:txBody>
      </p:sp>
      <p:sp>
        <p:nvSpPr>
          <p:cNvPr id="113" name="Text 111"/>
          <p:cNvSpPr/>
          <p:nvPr/>
        </p:nvSpPr>
        <p:spPr>
          <a:xfrm>
            <a:off x="6382512" y="409651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match cards built from raw HTML strings via st.markdown()</a:t>
            </a:r>
            <a:endParaRPr lang="en-US" sz="880" dirty="0"/>
          </a:p>
        </p:txBody>
      </p:sp>
      <p:sp>
        <p:nvSpPr>
          <p:cNvPr id="114" name="Text 112"/>
          <p:cNvSpPr/>
          <p:nvPr/>
        </p:nvSpPr>
        <p:spPr>
          <a:xfrm>
            <a:off x="6382512" y="44256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File downloads via st.download_button() for roadmap export</a:t>
            </a:r>
            <a:endParaRPr lang="en-US" sz="880" dirty="0"/>
          </a:p>
        </p:txBody>
      </p:sp>
      <p:sp>
        <p:nvSpPr>
          <p:cNvPr id="115" name="Shape 113"/>
          <p:cNvSpPr/>
          <p:nvPr/>
        </p:nvSpPr>
        <p:spPr>
          <a:xfrm>
            <a:off x="0" y="5010912"/>
            <a:ext cx="313944" cy="36576"/>
          </a:xfrm>
          <a:prstGeom prst="rect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04800" y="5010912"/>
            <a:ext cx="313944" cy="36576"/>
          </a:xfrm>
          <a:prstGeom prst="rect">
            <a:avLst/>
          </a:prstGeom>
          <a:solidFill>
            <a:srgbClr val="708FE5"/>
          </a:solidFill>
          <a:ln w="12700">
            <a:solidFill>
              <a:srgbClr val="708F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09600" y="5010912"/>
            <a:ext cx="313944" cy="36576"/>
          </a:xfrm>
          <a:prstGeom prst="rect">
            <a:avLst/>
          </a:prstGeom>
          <a:solidFill>
            <a:srgbClr val="708DE5"/>
          </a:solidFill>
          <a:ln w="12700">
            <a:solidFill>
              <a:srgbClr val="708DE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14400" y="5010912"/>
            <a:ext cx="313944" cy="36576"/>
          </a:xfrm>
          <a:prstGeom prst="rect">
            <a:avLst/>
          </a:prstGeom>
          <a:solidFill>
            <a:srgbClr val="6F8CE4"/>
          </a:solidFill>
          <a:ln w="12700">
            <a:solidFill>
              <a:srgbClr val="6F8CE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219200" y="5010912"/>
            <a:ext cx="313944" cy="36576"/>
          </a:xfrm>
          <a:prstGeom prst="rect">
            <a:avLst/>
          </a:prstGeom>
          <a:solidFill>
            <a:srgbClr val="6F8AE3"/>
          </a:solidFill>
          <a:ln w="12700">
            <a:solidFill>
              <a:srgbClr val="6F8AE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524000" y="5010912"/>
            <a:ext cx="313944" cy="36576"/>
          </a:xfrm>
          <a:prstGeom prst="rect">
            <a:avLst/>
          </a:prstGeom>
          <a:solidFill>
            <a:srgbClr val="6F88E3"/>
          </a:solidFill>
          <a:ln w="12700">
            <a:solidFill>
              <a:srgbClr val="6F88E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828800" y="5010912"/>
            <a:ext cx="313944" cy="36576"/>
          </a:xfrm>
          <a:prstGeom prst="rect">
            <a:avLst/>
          </a:prstGeom>
          <a:solidFill>
            <a:srgbClr val="6F86E2"/>
          </a:solidFill>
          <a:ln w="12700">
            <a:solidFill>
              <a:srgbClr val="6F86E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133600" y="5010912"/>
            <a:ext cx="313944" cy="36576"/>
          </a:xfrm>
          <a:prstGeom prst="rect">
            <a:avLst/>
          </a:prstGeom>
          <a:solidFill>
            <a:srgbClr val="6F84E1"/>
          </a:solidFill>
          <a:ln w="12700">
            <a:solidFill>
              <a:srgbClr val="6F84E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438400" y="5010912"/>
            <a:ext cx="313944" cy="36576"/>
          </a:xfrm>
          <a:prstGeom prst="rect">
            <a:avLst/>
          </a:prstGeom>
          <a:solidFill>
            <a:srgbClr val="6F83E1"/>
          </a:solidFill>
          <a:ln w="12700">
            <a:solidFill>
              <a:srgbClr val="6F83E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743200" y="5010912"/>
            <a:ext cx="313944" cy="36576"/>
          </a:xfrm>
          <a:prstGeom prst="rect">
            <a:avLst/>
          </a:prstGeom>
          <a:solidFill>
            <a:srgbClr val="6E81E0"/>
          </a:solidFill>
          <a:ln w="12700">
            <a:solidFill>
              <a:srgbClr val="6E81E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048000" y="5010912"/>
            <a:ext cx="313944" cy="36576"/>
          </a:xfrm>
          <a:prstGeom prst="rect">
            <a:avLst/>
          </a:prstGeom>
          <a:solidFill>
            <a:srgbClr val="6E7FDF"/>
          </a:solidFill>
          <a:ln w="12700">
            <a:solidFill>
              <a:srgbClr val="6E7FD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352800" y="5010912"/>
            <a:ext cx="313944" cy="36576"/>
          </a:xfrm>
          <a:prstGeom prst="rect">
            <a:avLst/>
          </a:prstGeom>
          <a:solidFill>
            <a:srgbClr val="6E7DDF"/>
          </a:solidFill>
          <a:ln w="12700">
            <a:solidFill>
              <a:srgbClr val="6E7DD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657600" y="5010912"/>
            <a:ext cx="313944" cy="36576"/>
          </a:xfrm>
          <a:prstGeom prst="rect">
            <a:avLst/>
          </a:prstGeom>
          <a:solidFill>
            <a:srgbClr val="6E7BDE"/>
          </a:solidFill>
          <a:ln w="12700">
            <a:solidFill>
              <a:srgbClr val="6E7BDE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962400" y="5010912"/>
            <a:ext cx="313944" cy="36576"/>
          </a:xfrm>
          <a:prstGeom prst="rect">
            <a:avLst/>
          </a:prstGeom>
          <a:solidFill>
            <a:srgbClr val="6E7ADD"/>
          </a:solidFill>
          <a:ln w="12700">
            <a:solidFill>
              <a:srgbClr val="6E7ADD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267200" y="5010912"/>
            <a:ext cx="313944" cy="36576"/>
          </a:xfrm>
          <a:prstGeom prst="rect">
            <a:avLst/>
          </a:prstGeom>
          <a:solidFill>
            <a:srgbClr val="6E78DD"/>
          </a:solidFill>
          <a:ln w="12700">
            <a:solidFill>
              <a:srgbClr val="6E78D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72000" y="5010912"/>
            <a:ext cx="313944" cy="36576"/>
          </a:xfrm>
          <a:prstGeom prst="rect">
            <a:avLst/>
          </a:prstGeom>
          <a:solidFill>
            <a:srgbClr val="6D76DC"/>
          </a:solidFill>
          <a:ln w="12700">
            <a:solidFill>
              <a:srgbClr val="6D76D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76800" y="5010912"/>
            <a:ext cx="313944" cy="36576"/>
          </a:xfrm>
          <a:prstGeom prst="rect">
            <a:avLst/>
          </a:prstGeom>
          <a:solidFill>
            <a:srgbClr val="6D74DC"/>
          </a:solidFill>
          <a:ln w="12700">
            <a:solidFill>
              <a:srgbClr val="6D74D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81600" y="5010912"/>
            <a:ext cx="313944" cy="36576"/>
          </a:xfrm>
          <a:prstGeom prst="rect">
            <a:avLst/>
          </a:prstGeom>
          <a:solidFill>
            <a:srgbClr val="6D73DB"/>
          </a:solidFill>
          <a:ln w="12700">
            <a:solidFill>
              <a:srgbClr val="6D73D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486400" y="5010912"/>
            <a:ext cx="313944" cy="36576"/>
          </a:xfrm>
          <a:prstGeom prst="rect">
            <a:avLst/>
          </a:prstGeom>
          <a:solidFill>
            <a:srgbClr val="6D71DA"/>
          </a:solidFill>
          <a:ln w="12700">
            <a:solidFill>
              <a:srgbClr val="6D71D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791200" y="5010912"/>
            <a:ext cx="313944" cy="36576"/>
          </a:xfrm>
          <a:prstGeom prst="rect">
            <a:avLst/>
          </a:prstGeom>
          <a:solidFill>
            <a:srgbClr val="6D6FDA"/>
          </a:solidFill>
          <a:ln w="12700">
            <a:solidFill>
              <a:srgbClr val="6D6FD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096000" y="5010912"/>
            <a:ext cx="313944" cy="36576"/>
          </a:xfrm>
          <a:prstGeom prst="rect">
            <a:avLst/>
          </a:prstGeom>
          <a:solidFill>
            <a:srgbClr val="6D6DD9"/>
          </a:solidFill>
          <a:ln w="12700">
            <a:solidFill>
              <a:srgbClr val="6D6DD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400800" y="5010912"/>
            <a:ext cx="313944" cy="36576"/>
          </a:xfrm>
          <a:prstGeom prst="rect">
            <a:avLst/>
          </a:prstGeom>
          <a:solidFill>
            <a:srgbClr val="6C6BD8"/>
          </a:solidFill>
          <a:ln w="12700">
            <a:solidFill>
              <a:srgbClr val="6C6BD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05600" y="5010912"/>
            <a:ext cx="313944" cy="36576"/>
          </a:xfrm>
          <a:prstGeom prst="rect">
            <a:avLst/>
          </a:prstGeom>
          <a:solidFill>
            <a:srgbClr val="6C6AD8"/>
          </a:solidFill>
          <a:ln w="12700">
            <a:solidFill>
              <a:srgbClr val="6C6AD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010400" y="5010912"/>
            <a:ext cx="313944" cy="36576"/>
          </a:xfrm>
          <a:prstGeom prst="rect">
            <a:avLst/>
          </a:prstGeom>
          <a:solidFill>
            <a:srgbClr val="6C68D7"/>
          </a:solidFill>
          <a:ln w="12700">
            <a:solidFill>
              <a:srgbClr val="6C68D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315200" y="5010912"/>
            <a:ext cx="313944" cy="36576"/>
          </a:xfrm>
          <a:prstGeom prst="rect">
            <a:avLst/>
          </a:prstGeom>
          <a:solidFill>
            <a:srgbClr val="6C66D6"/>
          </a:solidFill>
          <a:ln w="12700">
            <a:solidFill>
              <a:srgbClr val="6C66D6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620000" y="5010912"/>
            <a:ext cx="313944" cy="36576"/>
          </a:xfrm>
          <a:prstGeom prst="rect">
            <a:avLst/>
          </a:prstGeom>
          <a:solidFill>
            <a:srgbClr val="6C64D6"/>
          </a:solidFill>
          <a:ln w="12700">
            <a:solidFill>
              <a:srgbClr val="6C64D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924800" y="5010912"/>
            <a:ext cx="313944" cy="36576"/>
          </a:xfrm>
          <a:prstGeom prst="rect">
            <a:avLst/>
          </a:prstGeom>
          <a:solidFill>
            <a:srgbClr val="6C62D5"/>
          </a:solidFill>
          <a:ln w="12700">
            <a:solidFill>
              <a:srgbClr val="6C62D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229600" y="5010912"/>
            <a:ext cx="313944" cy="36576"/>
          </a:xfrm>
          <a:prstGeom prst="rect">
            <a:avLst/>
          </a:prstGeom>
          <a:solidFill>
            <a:srgbClr val="6B61D4"/>
          </a:solidFill>
          <a:ln w="12700">
            <a:solidFill>
              <a:srgbClr val="6B61D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534400" y="5010912"/>
            <a:ext cx="313944" cy="36576"/>
          </a:xfrm>
          <a:prstGeom prst="rect">
            <a:avLst/>
          </a:prstGeom>
          <a:solidFill>
            <a:srgbClr val="6B5FD4"/>
          </a:solidFill>
          <a:ln w="12700">
            <a:solidFill>
              <a:srgbClr val="6B5FD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839200" y="5010912"/>
            <a:ext cx="313944" cy="36576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371600"/>
            <a:ext cx="5486400" cy="5486400"/>
          </a:xfrm>
          <a:prstGeom prst="ellipse">
            <a:avLst/>
          </a:prstGeom>
          <a:solidFill>
            <a:srgbClr val="3D52A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3944" cy="5029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" y="0"/>
            <a:ext cx="313944" cy="50292"/>
          </a:xfrm>
          <a:prstGeom prst="rect">
            <a:avLst/>
          </a:prstGeom>
          <a:solidFill>
            <a:srgbClr val="3F52A2"/>
          </a:solidFill>
          <a:ln w="12700">
            <a:solidFill>
              <a:srgbClr val="3F52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0"/>
            <a:ext cx="313944" cy="50292"/>
          </a:xfrm>
          <a:prstGeom prst="rect">
            <a:avLst/>
          </a:prstGeom>
          <a:solidFill>
            <a:srgbClr val="4053A4"/>
          </a:solidFill>
          <a:ln w="12700">
            <a:solidFill>
              <a:srgbClr val="4053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313944" cy="50292"/>
          </a:xfrm>
          <a:prstGeom prst="rect">
            <a:avLst/>
          </a:prstGeom>
          <a:solidFill>
            <a:srgbClr val="4253A5"/>
          </a:solidFill>
          <a:ln w="12700">
            <a:solidFill>
              <a:srgbClr val="4253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0"/>
            <a:ext cx="313944" cy="50292"/>
          </a:xfrm>
          <a:prstGeom prst="rect">
            <a:avLst/>
          </a:prstGeom>
          <a:solidFill>
            <a:srgbClr val="4354A7"/>
          </a:solidFill>
          <a:ln w="12700">
            <a:solidFill>
              <a:srgbClr val="4354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4000" y="0"/>
            <a:ext cx="313944" cy="50292"/>
          </a:xfrm>
          <a:prstGeom prst="rect">
            <a:avLst/>
          </a:prstGeom>
          <a:solidFill>
            <a:srgbClr val="4554A9"/>
          </a:solidFill>
          <a:ln w="12700">
            <a:solidFill>
              <a:srgbClr val="4554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0"/>
            <a:ext cx="313944" cy="50292"/>
          </a:xfrm>
          <a:prstGeom prst="rect">
            <a:avLst/>
          </a:prstGeom>
          <a:solidFill>
            <a:srgbClr val="4754AB"/>
          </a:solidFill>
          <a:ln w="12700">
            <a:solidFill>
              <a:srgbClr val="4754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3600" y="0"/>
            <a:ext cx="313944" cy="50292"/>
          </a:xfrm>
          <a:prstGeom prst="rect">
            <a:avLst/>
          </a:prstGeom>
          <a:solidFill>
            <a:srgbClr val="4855AC"/>
          </a:solidFill>
          <a:ln w="12700">
            <a:solidFill>
              <a:srgbClr val="4855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8400" y="0"/>
            <a:ext cx="313944" cy="50292"/>
          </a:xfrm>
          <a:prstGeom prst="rect">
            <a:avLst/>
          </a:prstGeom>
          <a:solidFill>
            <a:srgbClr val="4A55AE"/>
          </a:solidFill>
          <a:ln w="12700">
            <a:solidFill>
              <a:srgbClr val="4A5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0"/>
            <a:ext cx="313944" cy="50292"/>
          </a:xfrm>
          <a:prstGeom prst="rect">
            <a:avLst/>
          </a:prstGeom>
          <a:solidFill>
            <a:srgbClr val="4B55B0"/>
          </a:solidFill>
          <a:ln w="12700">
            <a:solidFill>
              <a:srgbClr val="4B55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8000" y="0"/>
            <a:ext cx="313944" cy="50292"/>
          </a:xfrm>
          <a:prstGeom prst="rect">
            <a:avLst/>
          </a:prstGeom>
          <a:solidFill>
            <a:srgbClr val="4D56B2"/>
          </a:solidFill>
          <a:ln w="12700">
            <a:solidFill>
              <a:srgbClr val="4D56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2800" y="0"/>
            <a:ext cx="313944" cy="50292"/>
          </a:xfrm>
          <a:prstGeom prst="rect">
            <a:avLst/>
          </a:prstGeom>
          <a:solidFill>
            <a:srgbClr val="4E56B3"/>
          </a:solidFill>
          <a:ln w="12700">
            <a:solidFill>
              <a:srgbClr val="4E56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0"/>
            <a:ext cx="313944" cy="50292"/>
          </a:xfrm>
          <a:prstGeom prst="rect">
            <a:avLst/>
          </a:prstGeom>
          <a:solidFill>
            <a:srgbClr val="5057B5"/>
          </a:solidFill>
          <a:ln w="12700">
            <a:solidFill>
              <a:srgbClr val="5057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2400" y="0"/>
            <a:ext cx="313944" cy="50292"/>
          </a:xfrm>
          <a:prstGeom prst="rect">
            <a:avLst/>
          </a:prstGeom>
          <a:solidFill>
            <a:srgbClr val="5257B7"/>
          </a:solidFill>
          <a:ln w="12700">
            <a:solidFill>
              <a:srgbClr val="5257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7200" y="0"/>
            <a:ext cx="313944" cy="50292"/>
          </a:xfrm>
          <a:prstGeom prst="rect">
            <a:avLst/>
          </a:prstGeom>
          <a:solidFill>
            <a:srgbClr val="5357B9"/>
          </a:solidFill>
          <a:ln w="12700">
            <a:solidFill>
              <a:srgbClr val="535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0"/>
            <a:ext cx="313944" cy="50292"/>
          </a:xfrm>
          <a:prstGeom prst="rect">
            <a:avLst/>
          </a:prstGeom>
          <a:solidFill>
            <a:srgbClr val="5558BA"/>
          </a:solidFill>
          <a:ln w="12700">
            <a:solidFill>
              <a:srgbClr val="5558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76800" y="0"/>
            <a:ext cx="313944" cy="50292"/>
          </a:xfrm>
          <a:prstGeom prst="rect">
            <a:avLst/>
          </a:prstGeom>
          <a:solidFill>
            <a:srgbClr val="5658BC"/>
          </a:solidFill>
          <a:ln w="12700">
            <a:solidFill>
              <a:srgbClr val="5658B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1600" y="0"/>
            <a:ext cx="313944" cy="50292"/>
          </a:xfrm>
          <a:prstGeom prst="rect">
            <a:avLst/>
          </a:prstGeom>
          <a:solidFill>
            <a:srgbClr val="5858BE"/>
          </a:solidFill>
          <a:ln w="12700">
            <a:solidFill>
              <a:srgbClr val="5858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0"/>
            <a:ext cx="313944" cy="50292"/>
          </a:xfrm>
          <a:prstGeom prst="rect">
            <a:avLst/>
          </a:prstGeom>
          <a:solidFill>
            <a:srgbClr val="5A59C0"/>
          </a:solidFill>
          <a:ln w="12700">
            <a:solidFill>
              <a:srgbClr val="5A59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91200" y="0"/>
            <a:ext cx="313944" cy="50292"/>
          </a:xfrm>
          <a:prstGeom prst="rect">
            <a:avLst/>
          </a:prstGeom>
          <a:solidFill>
            <a:srgbClr val="5B59C1"/>
          </a:solidFill>
          <a:ln w="12700">
            <a:solidFill>
              <a:srgbClr val="5B59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6000" y="0"/>
            <a:ext cx="313944" cy="50292"/>
          </a:xfrm>
          <a:prstGeom prst="rect">
            <a:avLst/>
          </a:prstGeom>
          <a:solidFill>
            <a:srgbClr val="5D5AC3"/>
          </a:solidFill>
          <a:ln w="12700">
            <a:solidFill>
              <a:srgbClr val="5D5AC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0"/>
            <a:ext cx="313944" cy="50292"/>
          </a:xfrm>
          <a:prstGeom prst="rect">
            <a:avLst/>
          </a:prstGeom>
          <a:solidFill>
            <a:srgbClr val="5E5AC5"/>
          </a:solidFill>
          <a:ln w="12700">
            <a:solidFill>
              <a:srgbClr val="5E5A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05600" y="0"/>
            <a:ext cx="313944" cy="50292"/>
          </a:xfrm>
          <a:prstGeom prst="rect">
            <a:avLst/>
          </a:prstGeom>
          <a:solidFill>
            <a:srgbClr val="605AC7"/>
          </a:solidFill>
          <a:ln w="12700">
            <a:solidFill>
              <a:srgbClr val="605A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10400" y="0"/>
            <a:ext cx="313944" cy="50292"/>
          </a:xfrm>
          <a:prstGeom prst="rect">
            <a:avLst/>
          </a:prstGeom>
          <a:solidFill>
            <a:srgbClr val="615BC8"/>
          </a:solidFill>
          <a:ln w="12700">
            <a:solidFill>
              <a:srgbClr val="615B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0"/>
            <a:ext cx="313944" cy="50292"/>
          </a:xfrm>
          <a:prstGeom prst="rect">
            <a:avLst/>
          </a:prstGeom>
          <a:solidFill>
            <a:srgbClr val="635BCA"/>
          </a:solidFill>
          <a:ln w="12700">
            <a:solidFill>
              <a:srgbClr val="635B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0000" y="0"/>
            <a:ext cx="313944" cy="50292"/>
          </a:xfrm>
          <a:prstGeom prst="rect">
            <a:avLst/>
          </a:prstGeom>
          <a:solidFill>
            <a:srgbClr val="655BCC"/>
          </a:solidFill>
          <a:ln w="12700">
            <a:solidFill>
              <a:srgbClr val="655B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24800" y="0"/>
            <a:ext cx="313944" cy="50292"/>
          </a:xfrm>
          <a:prstGeom prst="rect">
            <a:avLst/>
          </a:prstGeom>
          <a:solidFill>
            <a:srgbClr val="665CCE"/>
          </a:solidFill>
          <a:ln w="12700">
            <a:solidFill>
              <a:srgbClr val="665C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0"/>
            <a:ext cx="313944" cy="50292"/>
          </a:xfrm>
          <a:prstGeom prst="rect">
            <a:avLst/>
          </a:prstGeom>
          <a:solidFill>
            <a:srgbClr val="685CCF"/>
          </a:solidFill>
          <a:ln w="12700">
            <a:solidFill>
              <a:srgbClr val="685C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34400" y="0"/>
            <a:ext cx="313944" cy="50292"/>
          </a:xfrm>
          <a:prstGeom prst="rect">
            <a:avLst/>
          </a:prstGeom>
          <a:solidFill>
            <a:srgbClr val="695DD1"/>
          </a:solidFill>
          <a:ln w="12700">
            <a:solidFill>
              <a:srgbClr val="695D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39200" y="0"/>
            <a:ext cx="313944" cy="5029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709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Ecosystem Systems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457200" y="1115568"/>
            <a:ext cx="283464" cy="2743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1115568"/>
            <a:ext cx="283464" cy="27432"/>
          </a:xfrm>
          <a:prstGeom prst="rect">
            <a:avLst/>
          </a:prstGeom>
          <a:solidFill>
            <a:srgbClr val="3F52A2"/>
          </a:solidFill>
          <a:ln w="12700">
            <a:solidFill>
              <a:srgbClr val="3F52A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1115568"/>
            <a:ext cx="283464" cy="27432"/>
          </a:xfrm>
          <a:prstGeom prst="rect">
            <a:avLst/>
          </a:prstGeom>
          <a:solidFill>
            <a:srgbClr val="4053A4"/>
          </a:solidFill>
          <a:ln w="12700">
            <a:solidFill>
              <a:srgbClr val="4053A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80160" y="1115568"/>
            <a:ext cx="283464" cy="27432"/>
          </a:xfrm>
          <a:prstGeom prst="rect">
            <a:avLst/>
          </a:prstGeom>
          <a:solidFill>
            <a:srgbClr val="4253A5"/>
          </a:solidFill>
          <a:ln w="12700">
            <a:solidFill>
              <a:srgbClr val="4253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54480" y="1115568"/>
            <a:ext cx="283464" cy="27432"/>
          </a:xfrm>
          <a:prstGeom prst="rect">
            <a:avLst/>
          </a:prstGeom>
          <a:solidFill>
            <a:srgbClr val="4354A7"/>
          </a:solidFill>
          <a:ln w="12700">
            <a:solidFill>
              <a:srgbClr val="4354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0" y="1115568"/>
            <a:ext cx="283464" cy="27432"/>
          </a:xfrm>
          <a:prstGeom prst="rect">
            <a:avLst/>
          </a:prstGeom>
          <a:solidFill>
            <a:srgbClr val="4554A9"/>
          </a:solidFill>
          <a:ln w="12700">
            <a:solidFill>
              <a:srgbClr val="4554A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03120" y="1115568"/>
            <a:ext cx="283464" cy="27432"/>
          </a:xfrm>
          <a:prstGeom prst="rect">
            <a:avLst/>
          </a:prstGeom>
          <a:solidFill>
            <a:srgbClr val="4754AB"/>
          </a:solidFill>
          <a:ln w="12700">
            <a:solidFill>
              <a:srgbClr val="4754A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77440" y="1115568"/>
            <a:ext cx="283464" cy="27432"/>
          </a:xfrm>
          <a:prstGeom prst="rect">
            <a:avLst/>
          </a:prstGeom>
          <a:solidFill>
            <a:srgbClr val="4855AC"/>
          </a:solidFill>
          <a:ln w="12700">
            <a:solidFill>
              <a:srgbClr val="4855A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51760" y="1115568"/>
            <a:ext cx="283464" cy="27432"/>
          </a:xfrm>
          <a:prstGeom prst="rect">
            <a:avLst/>
          </a:prstGeom>
          <a:solidFill>
            <a:srgbClr val="4A55AE"/>
          </a:solidFill>
          <a:ln w="12700">
            <a:solidFill>
              <a:srgbClr val="4A55A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1115568"/>
            <a:ext cx="283464" cy="27432"/>
          </a:xfrm>
          <a:prstGeom prst="rect">
            <a:avLst/>
          </a:prstGeom>
          <a:solidFill>
            <a:srgbClr val="4B55B0"/>
          </a:solidFill>
          <a:ln w="12700">
            <a:solidFill>
              <a:srgbClr val="4B55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1115568"/>
            <a:ext cx="283464" cy="27432"/>
          </a:xfrm>
          <a:prstGeom prst="rect">
            <a:avLst/>
          </a:prstGeom>
          <a:solidFill>
            <a:srgbClr val="4D56B2"/>
          </a:solidFill>
          <a:ln w="12700">
            <a:solidFill>
              <a:srgbClr val="4D56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0" y="1115568"/>
            <a:ext cx="283464" cy="27432"/>
          </a:xfrm>
          <a:prstGeom prst="rect">
            <a:avLst/>
          </a:prstGeom>
          <a:solidFill>
            <a:srgbClr val="4E56B3"/>
          </a:solidFill>
          <a:ln w="12700">
            <a:solidFill>
              <a:srgbClr val="4E56B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49040" y="1115568"/>
            <a:ext cx="283464" cy="27432"/>
          </a:xfrm>
          <a:prstGeom prst="rect">
            <a:avLst/>
          </a:prstGeom>
          <a:solidFill>
            <a:srgbClr val="5057B5"/>
          </a:solidFill>
          <a:ln w="12700">
            <a:solidFill>
              <a:srgbClr val="5057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1115568"/>
            <a:ext cx="283464" cy="27432"/>
          </a:xfrm>
          <a:prstGeom prst="rect">
            <a:avLst/>
          </a:prstGeom>
          <a:solidFill>
            <a:srgbClr val="5257B7"/>
          </a:solidFill>
          <a:ln w="12700">
            <a:solidFill>
              <a:srgbClr val="5257B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97680" y="1115568"/>
            <a:ext cx="283464" cy="27432"/>
          </a:xfrm>
          <a:prstGeom prst="rect">
            <a:avLst/>
          </a:prstGeom>
          <a:solidFill>
            <a:srgbClr val="5357B9"/>
          </a:solidFill>
          <a:ln w="12700">
            <a:solidFill>
              <a:srgbClr val="5357B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1115568"/>
            <a:ext cx="283464" cy="27432"/>
          </a:xfrm>
          <a:prstGeom prst="rect">
            <a:avLst/>
          </a:prstGeom>
          <a:solidFill>
            <a:srgbClr val="5558BA"/>
          </a:solidFill>
          <a:ln w="12700">
            <a:solidFill>
              <a:srgbClr val="5558B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1115568"/>
            <a:ext cx="283464" cy="27432"/>
          </a:xfrm>
          <a:prstGeom prst="rect">
            <a:avLst/>
          </a:prstGeom>
          <a:solidFill>
            <a:srgbClr val="5658BC"/>
          </a:solidFill>
          <a:ln w="12700">
            <a:solidFill>
              <a:srgbClr val="5658B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20640" y="1115568"/>
            <a:ext cx="283464" cy="27432"/>
          </a:xfrm>
          <a:prstGeom prst="rect">
            <a:avLst/>
          </a:prstGeom>
          <a:solidFill>
            <a:srgbClr val="5858BE"/>
          </a:solidFill>
          <a:ln w="12700">
            <a:solidFill>
              <a:srgbClr val="5858B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94960" y="1115568"/>
            <a:ext cx="283464" cy="27432"/>
          </a:xfrm>
          <a:prstGeom prst="rect">
            <a:avLst/>
          </a:prstGeom>
          <a:solidFill>
            <a:srgbClr val="5A59C0"/>
          </a:solidFill>
          <a:ln w="12700">
            <a:solidFill>
              <a:srgbClr val="5A59C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69280" y="1115568"/>
            <a:ext cx="283464" cy="27432"/>
          </a:xfrm>
          <a:prstGeom prst="rect">
            <a:avLst/>
          </a:prstGeom>
          <a:solidFill>
            <a:srgbClr val="5B59C1"/>
          </a:solidFill>
          <a:ln w="12700">
            <a:solidFill>
              <a:srgbClr val="5B59C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0" y="1115568"/>
            <a:ext cx="283464" cy="27432"/>
          </a:xfrm>
          <a:prstGeom prst="rect">
            <a:avLst/>
          </a:prstGeom>
          <a:solidFill>
            <a:srgbClr val="5D5AC3"/>
          </a:solidFill>
          <a:ln w="12700">
            <a:solidFill>
              <a:srgbClr val="5D5AC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17920" y="1115568"/>
            <a:ext cx="283464" cy="27432"/>
          </a:xfrm>
          <a:prstGeom prst="rect">
            <a:avLst/>
          </a:prstGeom>
          <a:solidFill>
            <a:srgbClr val="5E5AC5"/>
          </a:solidFill>
          <a:ln w="12700">
            <a:solidFill>
              <a:srgbClr val="5E5AC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92240" y="1115568"/>
            <a:ext cx="283464" cy="27432"/>
          </a:xfrm>
          <a:prstGeom prst="rect">
            <a:avLst/>
          </a:prstGeom>
          <a:solidFill>
            <a:srgbClr val="605AC7"/>
          </a:solidFill>
          <a:ln w="12700">
            <a:solidFill>
              <a:srgbClr val="605A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66560" y="1115568"/>
            <a:ext cx="283464" cy="27432"/>
          </a:xfrm>
          <a:prstGeom prst="rect">
            <a:avLst/>
          </a:prstGeom>
          <a:solidFill>
            <a:srgbClr val="615BC8"/>
          </a:solidFill>
          <a:ln w="12700">
            <a:solidFill>
              <a:srgbClr val="615BC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40880" y="1115568"/>
            <a:ext cx="283464" cy="27432"/>
          </a:xfrm>
          <a:prstGeom prst="rect">
            <a:avLst/>
          </a:prstGeom>
          <a:solidFill>
            <a:srgbClr val="635BCA"/>
          </a:solidFill>
          <a:ln w="12700">
            <a:solidFill>
              <a:srgbClr val="635BC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15200" y="1115568"/>
            <a:ext cx="283464" cy="27432"/>
          </a:xfrm>
          <a:prstGeom prst="rect">
            <a:avLst/>
          </a:prstGeom>
          <a:solidFill>
            <a:srgbClr val="655BCC"/>
          </a:solidFill>
          <a:ln w="12700">
            <a:solidFill>
              <a:srgbClr val="655B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89520" y="1115568"/>
            <a:ext cx="283464" cy="27432"/>
          </a:xfrm>
          <a:prstGeom prst="rect">
            <a:avLst/>
          </a:prstGeom>
          <a:solidFill>
            <a:srgbClr val="665CCE"/>
          </a:solidFill>
          <a:ln w="12700">
            <a:solidFill>
              <a:srgbClr val="665CC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63840" y="1115568"/>
            <a:ext cx="283464" cy="27432"/>
          </a:xfrm>
          <a:prstGeom prst="rect">
            <a:avLst/>
          </a:prstGeom>
          <a:solidFill>
            <a:srgbClr val="685CCF"/>
          </a:solidFill>
          <a:ln w="12700">
            <a:solidFill>
              <a:srgbClr val="685CC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38160" y="1115568"/>
            <a:ext cx="283464" cy="27432"/>
          </a:xfrm>
          <a:prstGeom prst="rect">
            <a:avLst/>
          </a:prstGeom>
          <a:solidFill>
            <a:srgbClr val="695DD1"/>
          </a:solidFill>
          <a:ln w="12700">
            <a:solidFill>
              <a:srgbClr val="695DD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12480" y="1115568"/>
            <a:ext cx="283464" cy="2743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1261872"/>
            <a:ext cx="2743200" cy="3657600"/>
          </a:xfrm>
          <a:prstGeom prst="rect">
            <a:avLst/>
          </a:prstGeom>
          <a:solidFill>
            <a:srgbClr val="1B2C6B">
              <a:alpha val="82000"/>
            </a:srgbClr>
          </a:solidFill>
          <a:ln w="10160">
            <a:solidFill>
              <a:srgbClr val="7091E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74320" y="1261872"/>
            <a:ext cx="2743200" cy="384048"/>
          </a:xfrm>
          <a:prstGeom prst="rect">
            <a:avLst/>
          </a:prstGeom>
          <a:solidFill>
            <a:srgbClr val="7091E6">
              <a:alpha val="85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274320" y="1261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84048" y="1737360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02336" y="17373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04672" y="17739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04672" y="2011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reactive app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84048" y="2368296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02336" y="2368296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04672" y="2404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04672" y="2642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theme &amp; glass cards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84048" y="2999232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402336" y="299923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04672" y="3035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804672" y="3273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user data persistence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84048" y="3630168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402336" y="363016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04672" y="36667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804672" y="39044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data visualizations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84048" y="4261104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402336" y="426110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🧭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804672" y="4297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804672" y="45354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9-module responsive navigation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310128" y="1261872"/>
            <a:ext cx="2743200" cy="3657600"/>
          </a:xfrm>
          <a:prstGeom prst="rect">
            <a:avLst/>
          </a:prstGeom>
          <a:solidFill>
            <a:srgbClr val="1B2C6B">
              <a:alpha val="82000"/>
            </a:srgbClr>
          </a:solidFill>
          <a:ln w="10160">
            <a:solidFill>
              <a:srgbClr val="6B5DD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310128" y="1261872"/>
            <a:ext cx="2743200" cy="384048"/>
          </a:xfrm>
          <a:prstGeom prst="rect">
            <a:avLst/>
          </a:prstGeom>
          <a:solidFill>
            <a:srgbClr val="6B5DD3">
              <a:alpha val="8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3310128" y="1261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419856" y="1737360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3438144" y="17373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3840480" y="17739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3840480" y="2011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7-dim weighted scoring algorithm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419856" y="2368296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3438144" y="2368296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🌲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3840480" y="2404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3840480" y="2642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200-tree ML career predictor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419856" y="2999232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3438144" y="299923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3840480" y="3035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3840480" y="3273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chat &amp; roadmaps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3419856" y="3630168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3438144" y="363016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3840480" y="36667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Parser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3840480" y="39044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DOCX text extraction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419856" y="4261104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3438144" y="426110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3840480" y="4297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3840480" y="45354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data synthesis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6345936" y="1261872"/>
            <a:ext cx="2743200" cy="3657600"/>
          </a:xfrm>
          <a:prstGeom prst="rect">
            <a:avLst/>
          </a:prstGeom>
          <a:solidFill>
            <a:srgbClr val="1B2C6B">
              <a:alpha val="82000"/>
            </a:srgbClr>
          </a:solidFill>
          <a:ln w="10160">
            <a:solidFill>
              <a:srgbClr val="F0B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6345936" y="1261872"/>
            <a:ext cx="2743200" cy="384048"/>
          </a:xfrm>
          <a:prstGeom prst="rect">
            <a:avLst/>
          </a:prstGeom>
          <a:solidFill>
            <a:srgbClr val="F0B429">
              <a:alpha val="85000"/>
            </a:srgbClr>
          </a:solidFill>
          <a:ln/>
        </p:spPr>
      </p:sp>
      <p:sp>
        <p:nvSpPr>
          <p:cNvPr id="113" name="Text 111"/>
          <p:cNvSpPr/>
          <p:nvPr/>
        </p:nvSpPr>
        <p:spPr>
          <a:xfrm>
            <a:off x="6345936" y="1261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6455664" y="1737360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6473952" y="17373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116" name="Text 114"/>
          <p:cNvSpPr/>
          <p:nvPr/>
        </p:nvSpPr>
        <p:spPr>
          <a:xfrm>
            <a:off x="6876288" y="17739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KB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6876288" y="2011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built-in career profiles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6455664" y="2368296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6473952" y="2368296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20" name="Text 118"/>
          <p:cNvSpPr/>
          <p:nvPr/>
        </p:nvSpPr>
        <p:spPr>
          <a:xfrm>
            <a:off x="6876288" y="2404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CSV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6876288" y="2642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dataset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6455664" y="2999232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6473952" y="299923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24" name="Text 122"/>
          <p:cNvSpPr/>
          <p:nvPr/>
        </p:nvSpPr>
        <p:spPr>
          <a:xfrm>
            <a:off x="6876288" y="3035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050" dirty="0"/>
          </a:p>
        </p:txBody>
      </p:sp>
      <p:sp>
        <p:nvSpPr>
          <p:cNvPr id="125" name="Text 123"/>
          <p:cNvSpPr/>
          <p:nvPr/>
        </p:nvSpPr>
        <p:spPr>
          <a:xfrm>
            <a:off x="6876288" y="3273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Wikipedia institute data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6455664" y="3630168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7" name="Text 125"/>
          <p:cNvSpPr/>
          <p:nvPr/>
        </p:nvSpPr>
        <p:spPr>
          <a:xfrm>
            <a:off x="6473952" y="363016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128" name="Text 126"/>
          <p:cNvSpPr/>
          <p:nvPr/>
        </p:nvSpPr>
        <p:spPr>
          <a:xfrm>
            <a:off x="6876288" y="36667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Cache</a:t>
            </a:r>
            <a:endParaRPr lang="en-US" sz="1050" dirty="0"/>
          </a:p>
        </p:txBody>
      </p:sp>
      <p:sp>
        <p:nvSpPr>
          <p:cNvPr id="129" name="Text 127"/>
          <p:cNvSpPr/>
          <p:nvPr/>
        </p:nvSpPr>
        <p:spPr>
          <a:xfrm>
            <a:off x="6876288" y="39044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model &amp; scaler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6455664" y="4261104"/>
            <a:ext cx="2523744" cy="548640"/>
          </a:xfrm>
          <a:prstGeom prst="rect">
            <a:avLst/>
          </a:prstGeom>
          <a:solidFill>
            <a:srgbClr val="080C1A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6473952" y="426110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132" name="Text 130"/>
          <p:cNvSpPr/>
          <p:nvPr/>
        </p:nvSpPr>
        <p:spPr>
          <a:xfrm>
            <a:off x="6876288" y="4297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050" dirty="0"/>
          </a:p>
        </p:txBody>
      </p:sp>
      <p:sp>
        <p:nvSpPr>
          <p:cNvPr id="133" name="Text 131"/>
          <p:cNvSpPr/>
          <p:nvPr/>
        </p:nvSpPr>
        <p:spPr>
          <a:xfrm>
            <a:off x="6876288" y="45354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LLM endpoint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3017520" y="3090672"/>
            <a:ext cx="292608" cy="0"/>
          </a:xfrm>
          <a:prstGeom prst="line">
            <a:avLst/>
          </a:prstGeom>
          <a:noFill/>
          <a:ln w="19050">
            <a:solidFill>
              <a:srgbClr val="8697C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053328" y="3090672"/>
            <a:ext cx="292608" cy="0"/>
          </a:xfrm>
          <a:prstGeom prst="line">
            <a:avLst/>
          </a:prstGeom>
          <a:noFill/>
          <a:ln w="19050">
            <a:solidFill>
              <a:srgbClr val="8697C4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All layers run within one Python process via Streamlit's reactive execution model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0" y="5010912"/>
            <a:ext cx="313944" cy="3657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04800" y="5010912"/>
            <a:ext cx="313944" cy="36576"/>
          </a:xfrm>
          <a:prstGeom prst="rect">
            <a:avLst/>
          </a:prstGeom>
          <a:solidFill>
            <a:srgbClr val="3F52A2"/>
          </a:solidFill>
          <a:ln w="12700">
            <a:solidFill>
              <a:srgbClr val="3F52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9600" y="5010912"/>
            <a:ext cx="313944" cy="36576"/>
          </a:xfrm>
          <a:prstGeom prst="rect">
            <a:avLst/>
          </a:prstGeom>
          <a:solidFill>
            <a:srgbClr val="4053A4"/>
          </a:solidFill>
          <a:ln w="12700">
            <a:solidFill>
              <a:srgbClr val="4053A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14400" y="5010912"/>
            <a:ext cx="313944" cy="36576"/>
          </a:xfrm>
          <a:prstGeom prst="rect">
            <a:avLst/>
          </a:prstGeom>
          <a:solidFill>
            <a:srgbClr val="4253A5"/>
          </a:solidFill>
          <a:ln w="12700">
            <a:solidFill>
              <a:srgbClr val="4253A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219200" y="5010912"/>
            <a:ext cx="313944" cy="36576"/>
          </a:xfrm>
          <a:prstGeom prst="rect">
            <a:avLst/>
          </a:prstGeom>
          <a:solidFill>
            <a:srgbClr val="4354A7"/>
          </a:solidFill>
          <a:ln w="12700">
            <a:solidFill>
              <a:srgbClr val="4354A7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524000" y="5010912"/>
            <a:ext cx="313944" cy="36576"/>
          </a:xfrm>
          <a:prstGeom prst="rect">
            <a:avLst/>
          </a:prstGeom>
          <a:solidFill>
            <a:srgbClr val="4554A9"/>
          </a:solidFill>
          <a:ln w="12700">
            <a:solidFill>
              <a:srgbClr val="4554A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828800" y="5010912"/>
            <a:ext cx="313944" cy="36576"/>
          </a:xfrm>
          <a:prstGeom prst="rect">
            <a:avLst/>
          </a:prstGeom>
          <a:solidFill>
            <a:srgbClr val="4754AB"/>
          </a:solidFill>
          <a:ln w="12700">
            <a:solidFill>
              <a:srgbClr val="4754A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133600" y="5010912"/>
            <a:ext cx="313944" cy="36576"/>
          </a:xfrm>
          <a:prstGeom prst="rect">
            <a:avLst/>
          </a:prstGeom>
          <a:solidFill>
            <a:srgbClr val="4855AC"/>
          </a:solidFill>
          <a:ln w="12700">
            <a:solidFill>
              <a:srgbClr val="4855A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438400" y="5010912"/>
            <a:ext cx="313944" cy="36576"/>
          </a:xfrm>
          <a:prstGeom prst="rect">
            <a:avLst/>
          </a:prstGeom>
          <a:solidFill>
            <a:srgbClr val="4A55AE"/>
          </a:solidFill>
          <a:ln w="12700">
            <a:solidFill>
              <a:srgbClr val="4A55A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743200" y="5010912"/>
            <a:ext cx="313944" cy="36576"/>
          </a:xfrm>
          <a:prstGeom prst="rect">
            <a:avLst/>
          </a:prstGeom>
          <a:solidFill>
            <a:srgbClr val="4B55B0"/>
          </a:solidFill>
          <a:ln w="12700">
            <a:solidFill>
              <a:srgbClr val="4B55B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048000" y="5010912"/>
            <a:ext cx="313944" cy="36576"/>
          </a:xfrm>
          <a:prstGeom prst="rect">
            <a:avLst/>
          </a:prstGeom>
          <a:solidFill>
            <a:srgbClr val="4D56B2"/>
          </a:solidFill>
          <a:ln w="12700">
            <a:solidFill>
              <a:srgbClr val="4D56B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352800" y="5010912"/>
            <a:ext cx="313944" cy="36576"/>
          </a:xfrm>
          <a:prstGeom prst="rect">
            <a:avLst/>
          </a:prstGeom>
          <a:solidFill>
            <a:srgbClr val="4E56B3"/>
          </a:solidFill>
          <a:ln w="12700">
            <a:solidFill>
              <a:srgbClr val="4E56B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657600" y="5010912"/>
            <a:ext cx="313944" cy="36576"/>
          </a:xfrm>
          <a:prstGeom prst="rect">
            <a:avLst/>
          </a:prstGeom>
          <a:solidFill>
            <a:srgbClr val="5057B5"/>
          </a:solidFill>
          <a:ln w="12700">
            <a:solidFill>
              <a:srgbClr val="5057B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962400" y="5010912"/>
            <a:ext cx="313944" cy="36576"/>
          </a:xfrm>
          <a:prstGeom prst="rect">
            <a:avLst/>
          </a:prstGeom>
          <a:solidFill>
            <a:srgbClr val="5257B7"/>
          </a:solidFill>
          <a:ln w="12700">
            <a:solidFill>
              <a:srgbClr val="5257B7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267200" y="5010912"/>
            <a:ext cx="313944" cy="36576"/>
          </a:xfrm>
          <a:prstGeom prst="rect">
            <a:avLst/>
          </a:prstGeom>
          <a:solidFill>
            <a:srgbClr val="5357B9"/>
          </a:solidFill>
          <a:ln w="12700">
            <a:solidFill>
              <a:srgbClr val="5357B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572000" y="5010912"/>
            <a:ext cx="313944" cy="36576"/>
          </a:xfrm>
          <a:prstGeom prst="rect">
            <a:avLst/>
          </a:prstGeom>
          <a:solidFill>
            <a:srgbClr val="5558BA"/>
          </a:solidFill>
          <a:ln w="12700">
            <a:solidFill>
              <a:srgbClr val="5558B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876800" y="5010912"/>
            <a:ext cx="313944" cy="36576"/>
          </a:xfrm>
          <a:prstGeom prst="rect">
            <a:avLst/>
          </a:prstGeom>
          <a:solidFill>
            <a:srgbClr val="5658BC"/>
          </a:solidFill>
          <a:ln w="12700">
            <a:solidFill>
              <a:srgbClr val="5658B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181600" y="5010912"/>
            <a:ext cx="313944" cy="36576"/>
          </a:xfrm>
          <a:prstGeom prst="rect">
            <a:avLst/>
          </a:prstGeom>
          <a:solidFill>
            <a:srgbClr val="5858BE"/>
          </a:solidFill>
          <a:ln w="12700">
            <a:solidFill>
              <a:srgbClr val="5858B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86400" y="5010912"/>
            <a:ext cx="313944" cy="36576"/>
          </a:xfrm>
          <a:prstGeom prst="rect">
            <a:avLst/>
          </a:prstGeom>
          <a:solidFill>
            <a:srgbClr val="5A59C0"/>
          </a:solidFill>
          <a:ln w="12700">
            <a:solidFill>
              <a:srgbClr val="5A59C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91200" y="5010912"/>
            <a:ext cx="313944" cy="36576"/>
          </a:xfrm>
          <a:prstGeom prst="rect">
            <a:avLst/>
          </a:prstGeom>
          <a:solidFill>
            <a:srgbClr val="5B59C1"/>
          </a:solidFill>
          <a:ln w="12700">
            <a:solidFill>
              <a:srgbClr val="5B59C1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96000" y="5010912"/>
            <a:ext cx="313944" cy="36576"/>
          </a:xfrm>
          <a:prstGeom prst="rect">
            <a:avLst/>
          </a:prstGeom>
          <a:solidFill>
            <a:srgbClr val="5D5AC3"/>
          </a:solidFill>
          <a:ln w="12700">
            <a:solidFill>
              <a:srgbClr val="5D5AC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00800" y="5010912"/>
            <a:ext cx="313944" cy="36576"/>
          </a:xfrm>
          <a:prstGeom prst="rect">
            <a:avLst/>
          </a:prstGeom>
          <a:solidFill>
            <a:srgbClr val="5E5AC5"/>
          </a:solidFill>
          <a:ln w="12700">
            <a:solidFill>
              <a:srgbClr val="5E5AC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705600" y="5010912"/>
            <a:ext cx="313944" cy="36576"/>
          </a:xfrm>
          <a:prstGeom prst="rect">
            <a:avLst/>
          </a:prstGeom>
          <a:solidFill>
            <a:srgbClr val="605AC7"/>
          </a:solidFill>
          <a:ln w="12700">
            <a:solidFill>
              <a:srgbClr val="605AC7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010400" y="5010912"/>
            <a:ext cx="313944" cy="36576"/>
          </a:xfrm>
          <a:prstGeom prst="rect">
            <a:avLst/>
          </a:prstGeom>
          <a:solidFill>
            <a:srgbClr val="615BC8"/>
          </a:solidFill>
          <a:ln w="12700">
            <a:solidFill>
              <a:srgbClr val="615BC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315200" y="5010912"/>
            <a:ext cx="313944" cy="36576"/>
          </a:xfrm>
          <a:prstGeom prst="rect">
            <a:avLst/>
          </a:prstGeom>
          <a:solidFill>
            <a:srgbClr val="635BCA"/>
          </a:solidFill>
          <a:ln w="12700">
            <a:solidFill>
              <a:srgbClr val="635BC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620000" y="5010912"/>
            <a:ext cx="313944" cy="36576"/>
          </a:xfrm>
          <a:prstGeom prst="rect">
            <a:avLst/>
          </a:prstGeom>
          <a:solidFill>
            <a:srgbClr val="655BCC"/>
          </a:solidFill>
          <a:ln w="12700">
            <a:solidFill>
              <a:srgbClr val="655BCC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924800" y="5010912"/>
            <a:ext cx="313944" cy="36576"/>
          </a:xfrm>
          <a:prstGeom prst="rect">
            <a:avLst/>
          </a:prstGeom>
          <a:solidFill>
            <a:srgbClr val="665CCE"/>
          </a:solidFill>
          <a:ln w="12700">
            <a:solidFill>
              <a:srgbClr val="665CC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229600" y="5010912"/>
            <a:ext cx="313944" cy="36576"/>
          </a:xfrm>
          <a:prstGeom prst="rect">
            <a:avLst/>
          </a:prstGeom>
          <a:solidFill>
            <a:srgbClr val="685CCF"/>
          </a:solidFill>
          <a:ln w="12700">
            <a:solidFill>
              <a:srgbClr val="685CC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534400" y="5010912"/>
            <a:ext cx="313944" cy="36576"/>
          </a:xfrm>
          <a:prstGeom prst="rect">
            <a:avLst/>
          </a:prstGeom>
          <a:solidFill>
            <a:srgbClr val="695DD1"/>
          </a:solidFill>
          <a:ln w="12700">
            <a:solidFill>
              <a:srgbClr val="695DD1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839200" y="5010912"/>
            <a:ext cx="313944" cy="36576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B5DD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F0B42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13944" cy="5029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0"/>
            <a:ext cx="313944" cy="50292"/>
          </a:xfrm>
          <a:prstGeom prst="rect">
            <a:avLst/>
          </a:prstGeom>
          <a:solidFill>
            <a:srgbClr val="7060CD"/>
          </a:solidFill>
          <a:ln w="12700">
            <a:solidFill>
              <a:srgbClr val="7060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0"/>
            <a:ext cx="313944" cy="50292"/>
          </a:xfrm>
          <a:prstGeom prst="rect">
            <a:avLst/>
          </a:prstGeom>
          <a:solidFill>
            <a:srgbClr val="7463C7"/>
          </a:solidFill>
          <a:ln w="12700">
            <a:solidFill>
              <a:srgbClr val="746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0"/>
            <a:ext cx="313944" cy="50292"/>
          </a:xfrm>
          <a:prstGeom prst="rect">
            <a:avLst/>
          </a:prstGeom>
          <a:solidFill>
            <a:srgbClr val="7966C1"/>
          </a:solidFill>
          <a:ln w="12700">
            <a:solidFill>
              <a:srgbClr val="796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0"/>
            <a:ext cx="313944" cy="50292"/>
          </a:xfrm>
          <a:prstGeom prst="rect">
            <a:avLst/>
          </a:prstGeom>
          <a:solidFill>
            <a:srgbClr val="7D69BC"/>
          </a:solidFill>
          <a:ln w="12700">
            <a:solidFill>
              <a:srgbClr val="7D69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0"/>
            <a:ext cx="313944" cy="50292"/>
          </a:xfrm>
          <a:prstGeom prst="rect">
            <a:avLst/>
          </a:prstGeom>
          <a:solidFill>
            <a:srgbClr val="826CB6"/>
          </a:solidFill>
          <a:ln w="12700">
            <a:solidFill>
              <a:srgbClr val="826C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313944" cy="50292"/>
          </a:xfrm>
          <a:prstGeom prst="rect">
            <a:avLst/>
          </a:prstGeom>
          <a:solidFill>
            <a:srgbClr val="876FB0"/>
          </a:solidFill>
          <a:ln w="12700">
            <a:solidFill>
              <a:srgbClr val="876F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3600" y="0"/>
            <a:ext cx="313944" cy="50292"/>
          </a:xfrm>
          <a:prstGeom prst="rect">
            <a:avLst/>
          </a:prstGeom>
          <a:solidFill>
            <a:srgbClr val="8B72AA"/>
          </a:solidFill>
          <a:ln w="12700">
            <a:solidFill>
              <a:srgbClr val="8B72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8400" y="0"/>
            <a:ext cx="313944" cy="50292"/>
          </a:xfrm>
          <a:prstGeom prst="rect">
            <a:avLst/>
          </a:prstGeom>
          <a:solidFill>
            <a:srgbClr val="9075A4"/>
          </a:solidFill>
          <a:ln w="12700">
            <a:solidFill>
              <a:srgbClr val="9075A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0"/>
            <a:ext cx="313944" cy="50292"/>
          </a:xfrm>
          <a:prstGeom prst="rect">
            <a:avLst/>
          </a:prstGeom>
          <a:solidFill>
            <a:srgbClr val="94789E"/>
          </a:solidFill>
          <a:ln w="12700">
            <a:solidFill>
              <a:srgbClr val="9478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8000" y="0"/>
            <a:ext cx="313944" cy="50292"/>
          </a:xfrm>
          <a:prstGeom prst="rect">
            <a:avLst/>
          </a:prstGeom>
          <a:solidFill>
            <a:srgbClr val="997B98"/>
          </a:solidFill>
          <a:ln w="12700">
            <a:solidFill>
              <a:srgbClr val="997B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2800" y="0"/>
            <a:ext cx="313944" cy="50292"/>
          </a:xfrm>
          <a:prstGeom prst="rect">
            <a:avLst/>
          </a:prstGeom>
          <a:solidFill>
            <a:srgbClr val="9D7E93"/>
          </a:solidFill>
          <a:ln w="12700">
            <a:solidFill>
              <a:srgbClr val="9D7E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313944" cy="50292"/>
          </a:xfrm>
          <a:prstGeom prst="rect">
            <a:avLst/>
          </a:prstGeom>
          <a:solidFill>
            <a:srgbClr val="A2818D"/>
          </a:solidFill>
          <a:ln w="12700">
            <a:solidFill>
              <a:srgbClr val="A2818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2400" y="0"/>
            <a:ext cx="313944" cy="50292"/>
          </a:xfrm>
          <a:prstGeom prst="rect">
            <a:avLst/>
          </a:prstGeom>
          <a:solidFill>
            <a:srgbClr val="A78487"/>
          </a:solidFill>
          <a:ln w="12700">
            <a:solidFill>
              <a:srgbClr val="A784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7200" y="0"/>
            <a:ext cx="313944" cy="50292"/>
          </a:xfrm>
          <a:prstGeom prst="rect">
            <a:avLst/>
          </a:prstGeom>
          <a:solidFill>
            <a:srgbClr val="AB8781"/>
          </a:solidFill>
          <a:ln w="12700">
            <a:solidFill>
              <a:srgbClr val="AB87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313944" cy="50292"/>
          </a:xfrm>
          <a:prstGeom prst="rect">
            <a:avLst/>
          </a:prstGeom>
          <a:solidFill>
            <a:srgbClr val="B08A7B"/>
          </a:solidFill>
          <a:ln w="12700">
            <a:solidFill>
              <a:srgbClr val="B08A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6800" y="0"/>
            <a:ext cx="313944" cy="50292"/>
          </a:xfrm>
          <a:prstGeom prst="rect">
            <a:avLst/>
          </a:prstGeom>
          <a:solidFill>
            <a:srgbClr val="B48D75"/>
          </a:solidFill>
          <a:ln w="12700">
            <a:solidFill>
              <a:srgbClr val="B48D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1600" y="0"/>
            <a:ext cx="313944" cy="50292"/>
          </a:xfrm>
          <a:prstGeom prst="rect">
            <a:avLst/>
          </a:prstGeom>
          <a:solidFill>
            <a:srgbClr val="B9906F"/>
          </a:solidFill>
          <a:ln w="12700">
            <a:solidFill>
              <a:srgbClr val="B990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0"/>
            <a:ext cx="313944" cy="50292"/>
          </a:xfrm>
          <a:prstGeom prst="rect">
            <a:avLst/>
          </a:prstGeom>
          <a:solidFill>
            <a:srgbClr val="BE9369"/>
          </a:solidFill>
          <a:ln w="12700">
            <a:solidFill>
              <a:srgbClr val="BE93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1200" y="0"/>
            <a:ext cx="313944" cy="50292"/>
          </a:xfrm>
          <a:prstGeom prst="rect">
            <a:avLst/>
          </a:prstGeom>
          <a:solidFill>
            <a:srgbClr val="C29664"/>
          </a:solidFill>
          <a:ln w="12700">
            <a:solidFill>
              <a:srgbClr val="C296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0"/>
            <a:ext cx="313944" cy="50292"/>
          </a:xfrm>
          <a:prstGeom prst="rect">
            <a:avLst/>
          </a:prstGeom>
          <a:solidFill>
            <a:srgbClr val="C7995E"/>
          </a:solidFill>
          <a:ln w="12700">
            <a:solidFill>
              <a:srgbClr val="C799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0"/>
            <a:ext cx="313944" cy="50292"/>
          </a:xfrm>
          <a:prstGeom prst="rect">
            <a:avLst/>
          </a:prstGeom>
          <a:solidFill>
            <a:srgbClr val="CB9C58"/>
          </a:solidFill>
          <a:ln w="12700">
            <a:solidFill>
              <a:srgbClr val="CB9C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5600" y="0"/>
            <a:ext cx="313944" cy="50292"/>
          </a:xfrm>
          <a:prstGeom prst="rect">
            <a:avLst/>
          </a:prstGeom>
          <a:solidFill>
            <a:srgbClr val="D09F52"/>
          </a:solidFill>
          <a:ln w="12700">
            <a:solidFill>
              <a:srgbClr val="D09F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0400" y="0"/>
            <a:ext cx="313944" cy="50292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0"/>
            <a:ext cx="313944" cy="50292"/>
          </a:xfrm>
          <a:prstGeom prst="rect">
            <a:avLst/>
          </a:prstGeom>
          <a:solidFill>
            <a:srgbClr val="D9A546"/>
          </a:solidFill>
          <a:ln w="12700">
            <a:solidFill>
              <a:srgbClr val="D9A5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0" y="0"/>
            <a:ext cx="313944" cy="50292"/>
          </a:xfrm>
          <a:prstGeom prst="rect">
            <a:avLst/>
          </a:prstGeom>
          <a:solidFill>
            <a:srgbClr val="DEA840"/>
          </a:solidFill>
          <a:ln w="12700">
            <a:solidFill>
              <a:srgbClr val="DEA8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4800" y="0"/>
            <a:ext cx="313944" cy="50292"/>
          </a:xfrm>
          <a:prstGeom prst="rect">
            <a:avLst/>
          </a:prstGeom>
          <a:solidFill>
            <a:srgbClr val="E2AB3B"/>
          </a:solidFill>
          <a:ln w="12700">
            <a:solidFill>
              <a:srgbClr val="E2AB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0"/>
            <a:ext cx="313944" cy="50292"/>
          </a:xfrm>
          <a:prstGeom prst="rect">
            <a:avLst/>
          </a:prstGeom>
          <a:solidFill>
            <a:srgbClr val="E7AE35"/>
          </a:solidFill>
          <a:ln w="12700">
            <a:solidFill>
              <a:srgbClr val="E7AE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34400" y="0"/>
            <a:ext cx="313944" cy="50292"/>
          </a:xfrm>
          <a:prstGeom prst="rect">
            <a:avLst/>
          </a:prstGeom>
          <a:solidFill>
            <a:srgbClr val="EBB12F"/>
          </a:solidFill>
          <a:ln w="12700">
            <a:solidFill>
              <a:srgbClr val="EBB12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39200" y="0"/>
            <a:ext cx="313944" cy="5029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Profile to Career Clarity in 4 Steps</a:t>
            </a:r>
            <a:endParaRPr lang="en-US" sz="2900" dirty="0"/>
          </a:p>
        </p:txBody>
      </p:sp>
      <p:sp>
        <p:nvSpPr>
          <p:cNvPr id="36" name="Shape 34"/>
          <p:cNvSpPr/>
          <p:nvPr/>
        </p:nvSpPr>
        <p:spPr>
          <a:xfrm>
            <a:off x="457200" y="1115568"/>
            <a:ext cx="283464" cy="2743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1115568"/>
            <a:ext cx="283464" cy="27432"/>
          </a:xfrm>
          <a:prstGeom prst="rect">
            <a:avLst/>
          </a:prstGeom>
          <a:solidFill>
            <a:srgbClr val="7060CD"/>
          </a:solidFill>
          <a:ln w="12700">
            <a:solidFill>
              <a:srgbClr val="7060C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1115568"/>
            <a:ext cx="283464" cy="27432"/>
          </a:xfrm>
          <a:prstGeom prst="rect">
            <a:avLst/>
          </a:prstGeom>
          <a:solidFill>
            <a:srgbClr val="7463C7"/>
          </a:solidFill>
          <a:ln w="12700">
            <a:solidFill>
              <a:srgbClr val="7463C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80160" y="1115568"/>
            <a:ext cx="283464" cy="27432"/>
          </a:xfrm>
          <a:prstGeom prst="rect">
            <a:avLst/>
          </a:prstGeom>
          <a:solidFill>
            <a:srgbClr val="7966C1"/>
          </a:solidFill>
          <a:ln w="12700">
            <a:solidFill>
              <a:srgbClr val="7966C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54480" y="1115568"/>
            <a:ext cx="283464" cy="27432"/>
          </a:xfrm>
          <a:prstGeom prst="rect">
            <a:avLst/>
          </a:prstGeom>
          <a:solidFill>
            <a:srgbClr val="7D69BC"/>
          </a:solidFill>
          <a:ln w="12700">
            <a:solidFill>
              <a:srgbClr val="7D69B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0" y="1115568"/>
            <a:ext cx="283464" cy="27432"/>
          </a:xfrm>
          <a:prstGeom prst="rect">
            <a:avLst/>
          </a:prstGeom>
          <a:solidFill>
            <a:srgbClr val="826CB6"/>
          </a:solidFill>
          <a:ln w="12700">
            <a:solidFill>
              <a:srgbClr val="826C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1115568"/>
            <a:ext cx="283464" cy="27432"/>
          </a:xfrm>
          <a:prstGeom prst="rect">
            <a:avLst/>
          </a:prstGeom>
          <a:solidFill>
            <a:srgbClr val="876FB0"/>
          </a:solidFill>
          <a:ln w="12700">
            <a:solidFill>
              <a:srgbClr val="876F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77440" y="1115568"/>
            <a:ext cx="283464" cy="27432"/>
          </a:xfrm>
          <a:prstGeom prst="rect">
            <a:avLst/>
          </a:prstGeom>
          <a:solidFill>
            <a:srgbClr val="8B72AA"/>
          </a:solidFill>
          <a:ln w="12700">
            <a:solidFill>
              <a:srgbClr val="8B72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1115568"/>
            <a:ext cx="283464" cy="27432"/>
          </a:xfrm>
          <a:prstGeom prst="rect">
            <a:avLst/>
          </a:prstGeom>
          <a:solidFill>
            <a:srgbClr val="9075A4"/>
          </a:solidFill>
          <a:ln w="12700">
            <a:solidFill>
              <a:srgbClr val="9075A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1115568"/>
            <a:ext cx="283464" cy="27432"/>
          </a:xfrm>
          <a:prstGeom prst="rect">
            <a:avLst/>
          </a:prstGeom>
          <a:solidFill>
            <a:srgbClr val="94789E"/>
          </a:solidFill>
          <a:ln w="12700">
            <a:solidFill>
              <a:srgbClr val="94789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1115568"/>
            <a:ext cx="283464" cy="27432"/>
          </a:xfrm>
          <a:prstGeom prst="rect">
            <a:avLst/>
          </a:prstGeom>
          <a:solidFill>
            <a:srgbClr val="997B98"/>
          </a:solidFill>
          <a:ln w="12700">
            <a:solidFill>
              <a:srgbClr val="997B9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0" y="1115568"/>
            <a:ext cx="283464" cy="27432"/>
          </a:xfrm>
          <a:prstGeom prst="rect">
            <a:avLst/>
          </a:prstGeom>
          <a:solidFill>
            <a:srgbClr val="9D7E93"/>
          </a:solidFill>
          <a:ln w="12700">
            <a:solidFill>
              <a:srgbClr val="9D7E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1115568"/>
            <a:ext cx="283464" cy="27432"/>
          </a:xfrm>
          <a:prstGeom prst="rect">
            <a:avLst/>
          </a:prstGeom>
          <a:solidFill>
            <a:srgbClr val="A2818D"/>
          </a:solidFill>
          <a:ln w="12700">
            <a:solidFill>
              <a:srgbClr val="A2818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23360" y="1115568"/>
            <a:ext cx="283464" cy="27432"/>
          </a:xfrm>
          <a:prstGeom prst="rect">
            <a:avLst/>
          </a:prstGeom>
          <a:solidFill>
            <a:srgbClr val="A78487"/>
          </a:solidFill>
          <a:ln w="12700">
            <a:solidFill>
              <a:srgbClr val="A7848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97680" y="1115568"/>
            <a:ext cx="283464" cy="27432"/>
          </a:xfrm>
          <a:prstGeom prst="rect">
            <a:avLst/>
          </a:prstGeom>
          <a:solidFill>
            <a:srgbClr val="AB8781"/>
          </a:solidFill>
          <a:ln w="12700">
            <a:solidFill>
              <a:srgbClr val="AB87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1115568"/>
            <a:ext cx="283464" cy="27432"/>
          </a:xfrm>
          <a:prstGeom prst="rect">
            <a:avLst/>
          </a:prstGeom>
          <a:solidFill>
            <a:srgbClr val="B08A7B"/>
          </a:solidFill>
          <a:ln w="12700">
            <a:solidFill>
              <a:srgbClr val="B08A7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1115568"/>
            <a:ext cx="283464" cy="27432"/>
          </a:xfrm>
          <a:prstGeom prst="rect">
            <a:avLst/>
          </a:prstGeom>
          <a:solidFill>
            <a:srgbClr val="B48D75"/>
          </a:solidFill>
          <a:ln w="12700">
            <a:solidFill>
              <a:srgbClr val="B48D7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1115568"/>
            <a:ext cx="283464" cy="27432"/>
          </a:xfrm>
          <a:prstGeom prst="rect">
            <a:avLst/>
          </a:prstGeom>
          <a:solidFill>
            <a:srgbClr val="B9906F"/>
          </a:solidFill>
          <a:ln w="12700">
            <a:solidFill>
              <a:srgbClr val="B9906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94960" y="1115568"/>
            <a:ext cx="283464" cy="27432"/>
          </a:xfrm>
          <a:prstGeom prst="rect">
            <a:avLst/>
          </a:prstGeom>
          <a:solidFill>
            <a:srgbClr val="BE9369"/>
          </a:solidFill>
          <a:ln w="12700">
            <a:solidFill>
              <a:srgbClr val="BE936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69280" y="1115568"/>
            <a:ext cx="283464" cy="27432"/>
          </a:xfrm>
          <a:prstGeom prst="rect">
            <a:avLst/>
          </a:prstGeom>
          <a:solidFill>
            <a:srgbClr val="C29664"/>
          </a:solidFill>
          <a:ln w="12700">
            <a:solidFill>
              <a:srgbClr val="C2966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43600" y="1115568"/>
            <a:ext cx="283464" cy="27432"/>
          </a:xfrm>
          <a:prstGeom prst="rect">
            <a:avLst/>
          </a:prstGeom>
          <a:solidFill>
            <a:srgbClr val="C7995E"/>
          </a:solidFill>
          <a:ln w="12700">
            <a:solidFill>
              <a:srgbClr val="C799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1115568"/>
            <a:ext cx="283464" cy="27432"/>
          </a:xfrm>
          <a:prstGeom prst="rect">
            <a:avLst/>
          </a:prstGeom>
          <a:solidFill>
            <a:srgbClr val="CB9C58"/>
          </a:solidFill>
          <a:ln w="12700">
            <a:solidFill>
              <a:srgbClr val="CB9C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115568"/>
            <a:ext cx="283464" cy="27432"/>
          </a:xfrm>
          <a:prstGeom prst="rect">
            <a:avLst/>
          </a:prstGeom>
          <a:solidFill>
            <a:srgbClr val="D09F52"/>
          </a:solidFill>
          <a:ln w="12700">
            <a:solidFill>
              <a:srgbClr val="D09F5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1115568"/>
            <a:ext cx="283464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40880" y="1115568"/>
            <a:ext cx="283464" cy="27432"/>
          </a:xfrm>
          <a:prstGeom prst="rect">
            <a:avLst/>
          </a:prstGeom>
          <a:solidFill>
            <a:srgbClr val="D9A546"/>
          </a:solidFill>
          <a:ln w="12700">
            <a:solidFill>
              <a:srgbClr val="D9A54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15200" y="1115568"/>
            <a:ext cx="283464" cy="27432"/>
          </a:xfrm>
          <a:prstGeom prst="rect">
            <a:avLst/>
          </a:prstGeom>
          <a:solidFill>
            <a:srgbClr val="DEA840"/>
          </a:solidFill>
          <a:ln w="12700">
            <a:solidFill>
              <a:srgbClr val="DEA84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115568"/>
            <a:ext cx="283464" cy="27432"/>
          </a:xfrm>
          <a:prstGeom prst="rect">
            <a:avLst/>
          </a:prstGeom>
          <a:solidFill>
            <a:srgbClr val="E2AB3B"/>
          </a:solidFill>
          <a:ln w="12700">
            <a:solidFill>
              <a:srgbClr val="E2AB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3840" y="1115568"/>
            <a:ext cx="283464" cy="27432"/>
          </a:xfrm>
          <a:prstGeom prst="rect">
            <a:avLst/>
          </a:prstGeom>
          <a:solidFill>
            <a:srgbClr val="E7AE35"/>
          </a:solidFill>
          <a:ln w="12700">
            <a:solidFill>
              <a:srgbClr val="E7AE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38160" y="1115568"/>
            <a:ext cx="283464" cy="27432"/>
          </a:xfrm>
          <a:prstGeom prst="rect">
            <a:avLst/>
          </a:prstGeom>
          <a:solidFill>
            <a:srgbClr val="EBB12F"/>
          </a:solidFill>
          <a:ln w="12700">
            <a:solidFill>
              <a:srgbClr val="EBB12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12480" y="1115568"/>
            <a:ext cx="283464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5840" y="2057400"/>
            <a:ext cx="7132320" cy="36576"/>
          </a:xfrm>
          <a:prstGeom prst="rect">
            <a:avLst/>
          </a:prstGeom>
          <a:solidFill>
            <a:srgbClr val="8697C4">
              <a:alpha val="4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50392" y="1691640"/>
            <a:ext cx="749808" cy="749808"/>
          </a:xfrm>
          <a:prstGeom prst="ellipse">
            <a:avLst/>
          </a:prstGeom>
          <a:solidFill>
            <a:srgbClr val="00D4FF">
              <a:alpha val="82000"/>
            </a:srgbClr>
          </a:solidFill>
          <a:ln/>
          <a:effectLst>
            <a:outerShdw sx="100000" sy="100000" kx="0" ky="0" algn="bl" rotWithShape="0" blurRad="304800" dist="76200" dir="8100000">
              <a:srgbClr val="6B5DD3">
                <a:alpha val="3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914400" y="1755648"/>
            <a:ext cx="621792" cy="621792"/>
          </a:xfrm>
          <a:prstGeom prst="ellipse">
            <a:avLst/>
          </a:prstGeom>
          <a:solidFill>
            <a:srgbClr val="080C1A"/>
          </a:solidFill>
          <a:ln/>
        </p:spPr>
      </p:sp>
      <p:sp>
        <p:nvSpPr>
          <p:cNvPr id="69" name="Text 67"/>
          <p:cNvSpPr/>
          <p:nvPr/>
        </p:nvSpPr>
        <p:spPr>
          <a:xfrm>
            <a:off x="914400" y="17556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347472" y="2578608"/>
            <a:ext cx="2011680" cy="2286000"/>
          </a:xfrm>
          <a:prstGeom prst="rect">
            <a:avLst/>
          </a:prstGeom>
          <a:solidFill>
            <a:srgbClr val="080C1A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47472" y="2578608"/>
            <a:ext cx="201168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2" name="Text 70"/>
          <p:cNvSpPr/>
          <p:nvPr/>
        </p:nvSpPr>
        <p:spPr>
          <a:xfrm>
            <a:off x="420624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457200" y="32186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Input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76072" y="3547872"/>
            <a:ext cx="6096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7888" y="3547872"/>
            <a:ext cx="60960" cy="27432"/>
          </a:xfrm>
          <a:prstGeom prst="rect">
            <a:avLst/>
          </a:prstGeom>
          <a:solidFill>
            <a:srgbClr val="00CDF8"/>
          </a:solidFill>
          <a:ln w="12700">
            <a:solidFill>
              <a:srgbClr val="00CDF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79704" y="3547872"/>
            <a:ext cx="60960" cy="27432"/>
          </a:xfrm>
          <a:prstGeom prst="rect">
            <a:avLst/>
          </a:prstGeom>
          <a:solidFill>
            <a:srgbClr val="01C7F1"/>
          </a:solidFill>
          <a:ln w="12700">
            <a:solidFill>
              <a:srgbClr val="01C7F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31520" y="3547872"/>
            <a:ext cx="60960" cy="27432"/>
          </a:xfrm>
          <a:prstGeom prst="rect">
            <a:avLst/>
          </a:prstGeom>
          <a:solidFill>
            <a:srgbClr val="01C0EA"/>
          </a:solidFill>
          <a:ln w="12700">
            <a:solidFill>
              <a:srgbClr val="01C0E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3336" y="3547872"/>
            <a:ext cx="60960" cy="27432"/>
          </a:xfrm>
          <a:prstGeom prst="rect">
            <a:avLst/>
          </a:prstGeom>
          <a:solidFill>
            <a:srgbClr val="02BAE3"/>
          </a:solidFill>
          <a:ln w="12700">
            <a:solidFill>
              <a:srgbClr val="02BAE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35152" y="3547872"/>
            <a:ext cx="60960" cy="27432"/>
          </a:xfrm>
          <a:prstGeom prst="rect">
            <a:avLst/>
          </a:prstGeom>
          <a:solidFill>
            <a:srgbClr val="02B3DC"/>
          </a:solidFill>
          <a:ln w="12700">
            <a:solidFill>
              <a:srgbClr val="02B3D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86968" y="3547872"/>
            <a:ext cx="60960" cy="27432"/>
          </a:xfrm>
          <a:prstGeom prst="rect">
            <a:avLst/>
          </a:prstGeom>
          <a:solidFill>
            <a:srgbClr val="03ADD5"/>
          </a:solidFill>
          <a:ln w="12700">
            <a:solidFill>
              <a:srgbClr val="03ADD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8784" y="3547872"/>
            <a:ext cx="60960" cy="27432"/>
          </a:xfrm>
          <a:prstGeom prst="rect">
            <a:avLst/>
          </a:prstGeom>
          <a:solidFill>
            <a:srgbClr val="03A6CE"/>
          </a:solidFill>
          <a:ln w="12700">
            <a:solidFill>
              <a:srgbClr val="03A6C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90600" y="3547872"/>
            <a:ext cx="60960" cy="27432"/>
          </a:xfrm>
          <a:prstGeom prst="rect">
            <a:avLst/>
          </a:prstGeom>
          <a:solidFill>
            <a:srgbClr val="04A0C7"/>
          </a:solidFill>
          <a:ln w="12700">
            <a:solidFill>
              <a:srgbClr val="04A0C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2416" y="3547872"/>
            <a:ext cx="60960" cy="27432"/>
          </a:xfrm>
          <a:prstGeom prst="rect">
            <a:avLst/>
          </a:prstGeom>
          <a:solidFill>
            <a:srgbClr val="0499C0"/>
          </a:solidFill>
          <a:ln w="12700">
            <a:solidFill>
              <a:srgbClr val="0499C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94232" y="3547872"/>
            <a:ext cx="60960" cy="27432"/>
          </a:xfrm>
          <a:prstGeom prst="rect">
            <a:avLst/>
          </a:prstGeom>
          <a:solidFill>
            <a:srgbClr val="0492B9"/>
          </a:solidFill>
          <a:ln w="12700">
            <a:solidFill>
              <a:srgbClr val="0492B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46048" y="3547872"/>
            <a:ext cx="60960" cy="27432"/>
          </a:xfrm>
          <a:prstGeom prst="rect">
            <a:avLst/>
          </a:prstGeom>
          <a:solidFill>
            <a:srgbClr val="058CB2"/>
          </a:solidFill>
          <a:ln w="12700">
            <a:solidFill>
              <a:srgbClr val="058CB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97864" y="3547872"/>
            <a:ext cx="60960" cy="27432"/>
          </a:xfrm>
          <a:prstGeom prst="rect">
            <a:avLst/>
          </a:prstGeom>
          <a:solidFill>
            <a:srgbClr val="0585AB"/>
          </a:solidFill>
          <a:ln w="12700">
            <a:solidFill>
              <a:srgbClr val="0585A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249680" y="3547872"/>
            <a:ext cx="60960" cy="27432"/>
          </a:xfrm>
          <a:prstGeom prst="rect">
            <a:avLst/>
          </a:prstGeom>
          <a:solidFill>
            <a:srgbClr val="067FA4"/>
          </a:solidFill>
          <a:ln w="12700">
            <a:solidFill>
              <a:srgbClr val="067FA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01496" y="3547872"/>
            <a:ext cx="60960" cy="27432"/>
          </a:xfrm>
          <a:prstGeom prst="rect">
            <a:avLst/>
          </a:prstGeom>
          <a:solidFill>
            <a:srgbClr val="06789D"/>
          </a:solidFill>
          <a:ln w="12700">
            <a:solidFill>
              <a:srgbClr val="06789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53312" y="3547872"/>
            <a:ext cx="60960" cy="27432"/>
          </a:xfrm>
          <a:prstGeom prst="rect">
            <a:avLst/>
          </a:prstGeom>
          <a:solidFill>
            <a:srgbClr val="077297"/>
          </a:solidFill>
          <a:ln w="12700">
            <a:solidFill>
              <a:srgbClr val="07729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405128" y="3547872"/>
            <a:ext cx="60960" cy="27432"/>
          </a:xfrm>
          <a:prstGeom prst="rect">
            <a:avLst/>
          </a:prstGeom>
          <a:solidFill>
            <a:srgbClr val="076B90"/>
          </a:solidFill>
          <a:ln w="12700">
            <a:solidFill>
              <a:srgbClr val="076B9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56944" y="3547872"/>
            <a:ext cx="60960" cy="27432"/>
          </a:xfrm>
          <a:prstGeom prst="rect">
            <a:avLst/>
          </a:prstGeom>
          <a:solidFill>
            <a:srgbClr val="086589"/>
          </a:solidFill>
          <a:ln w="12700">
            <a:solidFill>
              <a:srgbClr val="08658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508760" y="3547872"/>
            <a:ext cx="60960" cy="27432"/>
          </a:xfrm>
          <a:prstGeom prst="rect">
            <a:avLst/>
          </a:prstGeom>
          <a:solidFill>
            <a:srgbClr val="085E82"/>
          </a:solidFill>
          <a:ln w="12700">
            <a:solidFill>
              <a:srgbClr val="085E8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560576" y="3547872"/>
            <a:ext cx="60960" cy="27432"/>
          </a:xfrm>
          <a:prstGeom prst="rect">
            <a:avLst/>
          </a:prstGeom>
          <a:solidFill>
            <a:srgbClr val="09587B"/>
          </a:solidFill>
          <a:ln w="12700">
            <a:solidFill>
              <a:srgbClr val="09587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612392" y="3547872"/>
            <a:ext cx="60960" cy="27432"/>
          </a:xfrm>
          <a:prstGeom prst="rect">
            <a:avLst/>
          </a:prstGeom>
          <a:solidFill>
            <a:srgbClr val="095174"/>
          </a:solidFill>
          <a:ln w="12700">
            <a:solidFill>
              <a:srgbClr val="09517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664208" y="3547872"/>
            <a:ext cx="60960" cy="27432"/>
          </a:xfrm>
          <a:prstGeom prst="rect">
            <a:avLst/>
          </a:prstGeom>
          <a:solidFill>
            <a:srgbClr val="094A6D"/>
          </a:solidFill>
          <a:ln w="12700">
            <a:solidFill>
              <a:srgbClr val="094A6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716024" y="3547872"/>
            <a:ext cx="60960" cy="27432"/>
          </a:xfrm>
          <a:prstGeom prst="rect">
            <a:avLst/>
          </a:prstGeom>
          <a:solidFill>
            <a:srgbClr val="0A4466"/>
          </a:solidFill>
          <a:ln w="12700">
            <a:solidFill>
              <a:srgbClr val="0A446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767840" y="3547872"/>
            <a:ext cx="60960" cy="27432"/>
          </a:xfrm>
          <a:prstGeom prst="rect">
            <a:avLst/>
          </a:prstGeom>
          <a:solidFill>
            <a:srgbClr val="0A3D5F"/>
          </a:solidFill>
          <a:ln w="12700">
            <a:solidFill>
              <a:srgbClr val="0A3D5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819656" y="3547872"/>
            <a:ext cx="60960" cy="27432"/>
          </a:xfrm>
          <a:prstGeom prst="rect">
            <a:avLst/>
          </a:prstGeom>
          <a:solidFill>
            <a:srgbClr val="0B3758"/>
          </a:solidFill>
          <a:ln w="12700">
            <a:solidFill>
              <a:srgbClr val="0B375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871472" y="3547872"/>
            <a:ext cx="60960" cy="27432"/>
          </a:xfrm>
          <a:prstGeom prst="rect">
            <a:avLst/>
          </a:prstGeom>
          <a:solidFill>
            <a:srgbClr val="0B3051"/>
          </a:solidFill>
          <a:ln w="12700">
            <a:solidFill>
              <a:srgbClr val="0B305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923288" y="3547872"/>
            <a:ext cx="60960" cy="27432"/>
          </a:xfrm>
          <a:prstGeom prst="rect">
            <a:avLst/>
          </a:prstGeom>
          <a:solidFill>
            <a:srgbClr val="0C2A4A"/>
          </a:solidFill>
          <a:ln w="12700">
            <a:solidFill>
              <a:srgbClr val="0C2A4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975104" y="3547872"/>
            <a:ext cx="60960" cy="27432"/>
          </a:xfrm>
          <a:prstGeom prst="rect">
            <a:avLst/>
          </a:prstGeom>
          <a:solidFill>
            <a:srgbClr val="0C2343"/>
          </a:solidFill>
          <a:ln w="12700">
            <a:solidFill>
              <a:srgbClr val="0C234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026920" y="3547872"/>
            <a:ext cx="60960" cy="27432"/>
          </a:xfrm>
          <a:prstGeom prst="rect">
            <a:avLst/>
          </a:prstGeom>
          <a:solidFill>
            <a:srgbClr val="0D1D3C"/>
          </a:solidFill>
          <a:ln w="12700">
            <a:solidFill>
              <a:srgbClr val="0D1D3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78736" y="3547872"/>
            <a:ext cx="60960" cy="27432"/>
          </a:xfrm>
          <a:prstGeom prst="rect">
            <a:avLst/>
          </a:prstGeom>
          <a:solidFill>
            <a:srgbClr val="0D1635"/>
          </a:solidFill>
          <a:ln w="12700">
            <a:solidFill>
              <a:srgbClr val="0D163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38912" y="3621024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academic level, age, interests, skills, personality sliders &amp; career goals.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3026664" y="1691640"/>
            <a:ext cx="749808" cy="749808"/>
          </a:xfrm>
          <a:prstGeom prst="ellipse">
            <a:avLst/>
          </a:prstGeom>
          <a:solidFill>
            <a:srgbClr val="6B5DD3">
              <a:alpha val="82000"/>
            </a:srgbClr>
          </a:solidFill>
          <a:ln/>
          <a:effectLst>
            <a:outerShdw sx="100000" sy="100000" kx="0" ky="0" algn="bl" rotWithShape="0" blurRad="304800" dist="76200" dir="8100000">
              <a:srgbClr val="6B5DD3">
                <a:alpha val="35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3090672" y="1755648"/>
            <a:ext cx="621792" cy="621792"/>
          </a:xfrm>
          <a:prstGeom prst="ellipse">
            <a:avLst/>
          </a:prstGeom>
          <a:solidFill>
            <a:srgbClr val="080C1A"/>
          </a:solidFill>
          <a:ln/>
        </p:spPr>
      </p:sp>
      <p:sp>
        <p:nvSpPr>
          <p:cNvPr id="107" name="Text 105"/>
          <p:cNvSpPr/>
          <p:nvPr/>
        </p:nvSpPr>
        <p:spPr>
          <a:xfrm>
            <a:off x="3090672" y="17556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D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2523744" y="2578608"/>
            <a:ext cx="2011680" cy="2286000"/>
          </a:xfrm>
          <a:prstGeom prst="rect">
            <a:avLst/>
          </a:prstGeom>
          <a:solidFill>
            <a:srgbClr val="080C1A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2523744" y="2578608"/>
            <a:ext cx="2011680" cy="45720"/>
          </a:xfrm>
          <a:prstGeom prst="rect">
            <a:avLst/>
          </a:prstGeom>
          <a:solidFill>
            <a:srgbClr val="6B5DD3"/>
          </a:solidFill>
          <a:ln/>
        </p:spPr>
      </p:sp>
      <p:sp>
        <p:nvSpPr>
          <p:cNvPr id="110" name="Text 108"/>
          <p:cNvSpPr/>
          <p:nvPr/>
        </p:nvSpPr>
        <p:spPr>
          <a:xfrm>
            <a:off x="2596896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1" name="Text 109"/>
          <p:cNvSpPr/>
          <p:nvPr/>
        </p:nvSpPr>
        <p:spPr>
          <a:xfrm>
            <a:off x="2633472" y="32186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2752344" y="3547872"/>
            <a:ext cx="60960" cy="2743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804160" y="3547872"/>
            <a:ext cx="60960" cy="27432"/>
          </a:xfrm>
          <a:prstGeom prst="rect">
            <a:avLst/>
          </a:prstGeom>
          <a:solidFill>
            <a:srgbClr val="685BCE"/>
          </a:solidFill>
          <a:ln w="12700">
            <a:solidFill>
              <a:srgbClr val="685BC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855976" y="3547872"/>
            <a:ext cx="60960" cy="27432"/>
          </a:xfrm>
          <a:prstGeom prst="rect">
            <a:avLst/>
          </a:prstGeom>
          <a:solidFill>
            <a:srgbClr val="6558C8"/>
          </a:solidFill>
          <a:ln w="12700">
            <a:solidFill>
              <a:srgbClr val="6558C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907792" y="3547872"/>
            <a:ext cx="60960" cy="27432"/>
          </a:xfrm>
          <a:prstGeom prst="rect">
            <a:avLst/>
          </a:prstGeom>
          <a:solidFill>
            <a:srgbClr val="6156C3"/>
          </a:solidFill>
          <a:ln w="12700">
            <a:solidFill>
              <a:srgbClr val="6156C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959608" y="3547872"/>
            <a:ext cx="60960" cy="27432"/>
          </a:xfrm>
          <a:prstGeom prst="rect">
            <a:avLst/>
          </a:prstGeom>
          <a:solidFill>
            <a:srgbClr val="5E53BD"/>
          </a:solidFill>
          <a:ln w="12700">
            <a:solidFill>
              <a:srgbClr val="5E53B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011424" y="3547872"/>
            <a:ext cx="60960" cy="27432"/>
          </a:xfrm>
          <a:prstGeom prst="rect">
            <a:avLst/>
          </a:prstGeom>
          <a:solidFill>
            <a:srgbClr val="5B51B8"/>
          </a:solidFill>
          <a:ln w="12700">
            <a:solidFill>
              <a:srgbClr val="5B51B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63240" y="3547872"/>
            <a:ext cx="60960" cy="27432"/>
          </a:xfrm>
          <a:prstGeom prst="rect">
            <a:avLst/>
          </a:prstGeom>
          <a:solidFill>
            <a:srgbClr val="584EB2"/>
          </a:solidFill>
          <a:ln w="12700">
            <a:solidFill>
              <a:srgbClr val="584EB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115056" y="3547872"/>
            <a:ext cx="60960" cy="27432"/>
          </a:xfrm>
          <a:prstGeom prst="rect">
            <a:avLst/>
          </a:prstGeom>
          <a:solidFill>
            <a:srgbClr val="544CAD"/>
          </a:solidFill>
          <a:ln w="12700">
            <a:solidFill>
              <a:srgbClr val="544CA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166872" y="3547872"/>
            <a:ext cx="60960" cy="27432"/>
          </a:xfrm>
          <a:prstGeom prst="rect">
            <a:avLst/>
          </a:prstGeom>
          <a:solidFill>
            <a:srgbClr val="5149A7"/>
          </a:solidFill>
          <a:ln w="12700">
            <a:solidFill>
              <a:srgbClr val="5149A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218688" y="3547872"/>
            <a:ext cx="60960" cy="27432"/>
          </a:xfrm>
          <a:prstGeom prst="rect">
            <a:avLst/>
          </a:prstGeom>
          <a:solidFill>
            <a:srgbClr val="4E47A2"/>
          </a:solidFill>
          <a:ln w="12700">
            <a:solidFill>
              <a:srgbClr val="4E47A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270504" y="3547872"/>
            <a:ext cx="60960" cy="27432"/>
          </a:xfrm>
          <a:prstGeom prst="rect">
            <a:avLst/>
          </a:prstGeom>
          <a:solidFill>
            <a:srgbClr val="4B459D"/>
          </a:solidFill>
          <a:ln w="12700">
            <a:solidFill>
              <a:srgbClr val="4B459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322320" y="3547872"/>
            <a:ext cx="60960" cy="27432"/>
          </a:xfrm>
          <a:prstGeom prst="rect">
            <a:avLst/>
          </a:prstGeom>
          <a:solidFill>
            <a:srgbClr val="474297"/>
          </a:solidFill>
          <a:ln w="12700">
            <a:solidFill>
              <a:srgbClr val="474297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374136" y="3547872"/>
            <a:ext cx="60960" cy="27432"/>
          </a:xfrm>
          <a:prstGeom prst="rect">
            <a:avLst/>
          </a:prstGeom>
          <a:solidFill>
            <a:srgbClr val="444092"/>
          </a:solidFill>
          <a:ln w="12700">
            <a:solidFill>
              <a:srgbClr val="44409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425952" y="3547872"/>
            <a:ext cx="60960" cy="27432"/>
          </a:xfrm>
          <a:prstGeom prst="rect">
            <a:avLst/>
          </a:prstGeom>
          <a:solidFill>
            <a:srgbClr val="413D8C"/>
          </a:solidFill>
          <a:ln w="12700">
            <a:solidFill>
              <a:srgbClr val="413D8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477768" y="3547872"/>
            <a:ext cx="60960" cy="27432"/>
          </a:xfrm>
          <a:prstGeom prst="rect">
            <a:avLst/>
          </a:prstGeom>
          <a:solidFill>
            <a:srgbClr val="3E3B87"/>
          </a:solidFill>
          <a:ln w="12700">
            <a:solidFill>
              <a:srgbClr val="3E3B8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29584" y="3547872"/>
            <a:ext cx="60960" cy="27432"/>
          </a:xfrm>
          <a:prstGeom prst="rect">
            <a:avLst/>
          </a:prstGeom>
          <a:solidFill>
            <a:srgbClr val="3A3881"/>
          </a:solidFill>
          <a:ln w="12700">
            <a:solidFill>
              <a:srgbClr val="3A388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581400" y="3547872"/>
            <a:ext cx="60960" cy="27432"/>
          </a:xfrm>
          <a:prstGeom prst="rect">
            <a:avLst/>
          </a:prstGeom>
          <a:solidFill>
            <a:srgbClr val="37367C"/>
          </a:solidFill>
          <a:ln w="12700">
            <a:solidFill>
              <a:srgbClr val="37367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633216" y="3547872"/>
            <a:ext cx="60960" cy="27432"/>
          </a:xfrm>
          <a:prstGeom prst="rect">
            <a:avLst/>
          </a:prstGeom>
          <a:solidFill>
            <a:srgbClr val="343376"/>
          </a:solidFill>
          <a:ln w="12700">
            <a:solidFill>
              <a:srgbClr val="34337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685032" y="3547872"/>
            <a:ext cx="60960" cy="27432"/>
          </a:xfrm>
          <a:prstGeom prst="rect">
            <a:avLst/>
          </a:prstGeom>
          <a:solidFill>
            <a:srgbClr val="313171"/>
          </a:solidFill>
          <a:ln w="12700">
            <a:solidFill>
              <a:srgbClr val="31317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736848" y="3547872"/>
            <a:ext cx="60960" cy="27432"/>
          </a:xfrm>
          <a:prstGeom prst="rect">
            <a:avLst/>
          </a:prstGeom>
          <a:solidFill>
            <a:srgbClr val="2D2E6B"/>
          </a:solidFill>
          <a:ln w="12700">
            <a:solidFill>
              <a:srgbClr val="2D2E6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788664" y="3547872"/>
            <a:ext cx="60960" cy="27432"/>
          </a:xfrm>
          <a:prstGeom prst="rect">
            <a:avLst/>
          </a:prstGeom>
          <a:solidFill>
            <a:srgbClr val="2A2C66"/>
          </a:solidFill>
          <a:ln w="12700">
            <a:solidFill>
              <a:srgbClr val="2A2C6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840480" y="3547872"/>
            <a:ext cx="60960" cy="27432"/>
          </a:xfrm>
          <a:prstGeom prst="rect">
            <a:avLst/>
          </a:prstGeom>
          <a:solidFill>
            <a:srgbClr val="272A61"/>
          </a:solidFill>
          <a:ln w="12700">
            <a:solidFill>
              <a:srgbClr val="272A6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892296" y="3547872"/>
            <a:ext cx="60960" cy="27432"/>
          </a:xfrm>
          <a:prstGeom prst="rect">
            <a:avLst/>
          </a:prstGeom>
          <a:solidFill>
            <a:srgbClr val="24275B"/>
          </a:solidFill>
          <a:ln w="12700">
            <a:solidFill>
              <a:srgbClr val="24275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944112" y="3547872"/>
            <a:ext cx="60960" cy="27432"/>
          </a:xfrm>
          <a:prstGeom prst="rect">
            <a:avLst/>
          </a:prstGeom>
          <a:solidFill>
            <a:srgbClr val="202556"/>
          </a:solidFill>
          <a:ln w="12700">
            <a:solidFill>
              <a:srgbClr val="20255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995928" y="3547872"/>
            <a:ext cx="60960" cy="27432"/>
          </a:xfrm>
          <a:prstGeom prst="rect">
            <a:avLst/>
          </a:prstGeom>
          <a:solidFill>
            <a:srgbClr val="1D2250"/>
          </a:solidFill>
          <a:ln w="12700">
            <a:solidFill>
              <a:srgbClr val="1D225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047744" y="3547872"/>
            <a:ext cx="60960" cy="27432"/>
          </a:xfrm>
          <a:prstGeom prst="rect">
            <a:avLst/>
          </a:prstGeom>
          <a:solidFill>
            <a:srgbClr val="1A204B"/>
          </a:solidFill>
          <a:ln w="12700">
            <a:solidFill>
              <a:srgbClr val="1A204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099560" y="3547872"/>
            <a:ext cx="60960" cy="27432"/>
          </a:xfrm>
          <a:prstGeom prst="rect">
            <a:avLst/>
          </a:prstGeom>
          <a:solidFill>
            <a:srgbClr val="171D45"/>
          </a:solidFill>
          <a:ln w="12700">
            <a:solidFill>
              <a:srgbClr val="171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151376" y="3547872"/>
            <a:ext cx="60960" cy="27432"/>
          </a:xfrm>
          <a:prstGeom prst="rect">
            <a:avLst/>
          </a:prstGeom>
          <a:solidFill>
            <a:srgbClr val="131B40"/>
          </a:solidFill>
          <a:ln w="12700">
            <a:solidFill>
              <a:srgbClr val="131B4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203192" y="3547872"/>
            <a:ext cx="60960" cy="27432"/>
          </a:xfrm>
          <a:prstGeom prst="rect">
            <a:avLst/>
          </a:prstGeom>
          <a:solidFill>
            <a:srgbClr val="10183A"/>
          </a:solidFill>
          <a:ln w="12700">
            <a:solidFill>
              <a:srgbClr val="10183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255008" y="3547872"/>
            <a:ext cx="60960" cy="27432"/>
          </a:xfrm>
          <a:prstGeom prst="rect">
            <a:avLst/>
          </a:prstGeom>
          <a:solidFill>
            <a:srgbClr val="0D1635"/>
          </a:solidFill>
          <a:ln w="12700">
            <a:solidFill>
              <a:srgbClr val="0D163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615184" y="3621024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cleaned, scaled, augmented. Random Forest + matching engine compute top-N careers.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5202936" y="1691640"/>
            <a:ext cx="749808" cy="749808"/>
          </a:xfrm>
          <a:prstGeom prst="ellipse">
            <a:avLst/>
          </a:prstGeom>
          <a:solidFill>
            <a:srgbClr val="F0B429">
              <a:alpha val="82000"/>
            </a:srgbClr>
          </a:solidFill>
          <a:ln/>
          <a:effectLst>
            <a:outerShdw sx="100000" sy="100000" kx="0" ky="0" algn="bl" rotWithShape="0" blurRad="304800" dist="76200" dir="8100000">
              <a:srgbClr val="6B5DD3">
                <a:alpha val="35000"/>
              </a:srgbClr>
            </a:outerShdw>
          </a:effectLst>
        </p:spPr>
      </p:sp>
      <p:sp>
        <p:nvSpPr>
          <p:cNvPr id="144" name="Shape 142"/>
          <p:cNvSpPr/>
          <p:nvPr/>
        </p:nvSpPr>
        <p:spPr>
          <a:xfrm>
            <a:off x="5266944" y="1755648"/>
            <a:ext cx="621792" cy="621792"/>
          </a:xfrm>
          <a:prstGeom prst="ellipse">
            <a:avLst/>
          </a:prstGeom>
          <a:solidFill>
            <a:srgbClr val="080C1A"/>
          </a:solidFill>
          <a:ln/>
        </p:spPr>
      </p:sp>
      <p:sp>
        <p:nvSpPr>
          <p:cNvPr id="145" name="Text 143"/>
          <p:cNvSpPr/>
          <p:nvPr/>
        </p:nvSpPr>
        <p:spPr>
          <a:xfrm>
            <a:off x="5266944" y="17556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46" name="Shape 144"/>
          <p:cNvSpPr/>
          <p:nvPr/>
        </p:nvSpPr>
        <p:spPr>
          <a:xfrm>
            <a:off x="4700016" y="2578608"/>
            <a:ext cx="2011680" cy="2286000"/>
          </a:xfrm>
          <a:prstGeom prst="rect">
            <a:avLst/>
          </a:prstGeom>
          <a:solidFill>
            <a:srgbClr val="080C1A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147" name="Shape 145"/>
          <p:cNvSpPr/>
          <p:nvPr/>
        </p:nvSpPr>
        <p:spPr>
          <a:xfrm>
            <a:off x="4700016" y="2578608"/>
            <a:ext cx="2011680" cy="457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48" name="Text 146"/>
          <p:cNvSpPr/>
          <p:nvPr/>
        </p:nvSpPr>
        <p:spPr>
          <a:xfrm>
            <a:off x="4773168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9" name="Text 147"/>
          <p:cNvSpPr/>
          <p:nvPr/>
        </p:nvSpPr>
        <p:spPr>
          <a:xfrm>
            <a:off x="4809744" y="32186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Matches</a:t>
            </a:r>
            <a:endParaRPr lang="en-US" sz="1300" dirty="0"/>
          </a:p>
        </p:txBody>
      </p:sp>
      <p:sp>
        <p:nvSpPr>
          <p:cNvPr id="150" name="Shape 148"/>
          <p:cNvSpPr/>
          <p:nvPr/>
        </p:nvSpPr>
        <p:spPr>
          <a:xfrm>
            <a:off x="4928616" y="3547872"/>
            <a:ext cx="60960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980432" y="3547872"/>
            <a:ext cx="60960" cy="27432"/>
          </a:xfrm>
          <a:prstGeom prst="rect">
            <a:avLst/>
          </a:prstGeom>
          <a:solidFill>
            <a:srgbClr val="E8AF29"/>
          </a:solidFill>
          <a:ln w="12700">
            <a:solidFill>
              <a:srgbClr val="E8AF2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032248" y="3547872"/>
            <a:ext cx="60960" cy="27432"/>
          </a:xfrm>
          <a:prstGeom prst="rect">
            <a:avLst/>
          </a:prstGeom>
          <a:solidFill>
            <a:srgbClr val="E0A92A"/>
          </a:solidFill>
          <a:ln w="12700">
            <a:solidFill>
              <a:srgbClr val="E0A92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084064" y="3547872"/>
            <a:ext cx="60960" cy="27432"/>
          </a:xfrm>
          <a:prstGeom prst="rect">
            <a:avLst/>
          </a:prstGeom>
          <a:solidFill>
            <a:srgbClr val="D9A42A"/>
          </a:solidFill>
          <a:ln w="12700">
            <a:solidFill>
              <a:srgbClr val="D9A42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135880" y="3547872"/>
            <a:ext cx="60960" cy="27432"/>
          </a:xfrm>
          <a:prstGeom prst="rect">
            <a:avLst/>
          </a:prstGeom>
          <a:solidFill>
            <a:srgbClr val="D19E2B"/>
          </a:solidFill>
          <a:ln w="12700">
            <a:solidFill>
              <a:srgbClr val="D19E2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187696" y="3547872"/>
            <a:ext cx="60960" cy="27432"/>
          </a:xfrm>
          <a:prstGeom prst="rect">
            <a:avLst/>
          </a:prstGeom>
          <a:solidFill>
            <a:srgbClr val="C9992B"/>
          </a:solidFill>
          <a:ln w="12700">
            <a:solidFill>
              <a:srgbClr val="C9992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239512" y="3547872"/>
            <a:ext cx="60960" cy="27432"/>
          </a:xfrm>
          <a:prstGeom prst="rect">
            <a:avLst/>
          </a:prstGeom>
          <a:solidFill>
            <a:srgbClr val="C1932B"/>
          </a:solidFill>
          <a:ln w="12700">
            <a:solidFill>
              <a:srgbClr val="C1932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291328" y="3547872"/>
            <a:ext cx="60960" cy="27432"/>
          </a:xfrm>
          <a:prstGeom prst="rect">
            <a:avLst/>
          </a:prstGeom>
          <a:solidFill>
            <a:srgbClr val="B98E2C"/>
          </a:solidFill>
          <a:ln w="12700">
            <a:solidFill>
              <a:srgbClr val="B98E2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343144" y="3547872"/>
            <a:ext cx="60960" cy="27432"/>
          </a:xfrm>
          <a:prstGeom prst="rect">
            <a:avLst/>
          </a:prstGeom>
          <a:solidFill>
            <a:srgbClr val="B1882C"/>
          </a:solidFill>
          <a:ln w="12700">
            <a:solidFill>
              <a:srgbClr val="B1882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94960" y="3547872"/>
            <a:ext cx="60960" cy="27432"/>
          </a:xfrm>
          <a:prstGeom prst="rect">
            <a:avLst/>
          </a:prstGeom>
          <a:solidFill>
            <a:srgbClr val="AA832D"/>
          </a:solidFill>
          <a:ln w="12700">
            <a:solidFill>
              <a:srgbClr val="AA832D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446776" y="3547872"/>
            <a:ext cx="60960" cy="27432"/>
          </a:xfrm>
          <a:prstGeom prst="rect">
            <a:avLst/>
          </a:prstGeom>
          <a:solidFill>
            <a:srgbClr val="A27E2D"/>
          </a:solidFill>
          <a:ln w="12700">
            <a:solidFill>
              <a:srgbClr val="A27E2D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498592" y="3547872"/>
            <a:ext cx="60960" cy="27432"/>
          </a:xfrm>
          <a:prstGeom prst="rect">
            <a:avLst/>
          </a:prstGeom>
          <a:solidFill>
            <a:srgbClr val="9A782E"/>
          </a:solidFill>
          <a:ln w="12700">
            <a:solidFill>
              <a:srgbClr val="9A782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550408" y="3547872"/>
            <a:ext cx="60960" cy="27432"/>
          </a:xfrm>
          <a:prstGeom prst="rect">
            <a:avLst/>
          </a:prstGeom>
          <a:solidFill>
            <a:srgbClr val="92732E"/>
          </a:solidFill>
          <a:ln w="12700">
            <a:solidFill>
              <a:srgbClr val="92732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602224" y="3547872"/>
            <a:ext cx="60960" cy="27432"/>
          </a:xfrm>
          <a:prstGeom prst="rect">
            <a:avLst/>
          </a:prstGeom>
          <a:solidFill>
            <a:srgbClr val="8A6D2E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654040" y="3547872"/>
            <a:ext cx="60960" cy="27432"/>
          </a:xfrm>
          <a:prstGeom prst="rect">
            <a:avLst/>
          </a:prstGeom>
          <a:solidFill>
            <a:srgbClr val="82682F"/>
          </a:solidFill>
          <a:ln w="12700">
            <a:solidFill>
              <a:srgbClr val="82682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05856" y="3547872"/>
            <a:ext cx="60960" cy="27432"/>
          </a:xfrm>
          <a:prstGeom prst="rect">
            <a:avLst/>
          </a:prstGeom>
          <a:solidFill>
            <a:srgbClr val="7B622F"/>
          </a:solidFill>
          <a:ln w="12700">
            <a:solidFill>
              <a:srgbClr val="7B622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57672" y="3547872"/>
            <a:ext cx="60960" cy="27432"/>
          </a:xfrm>
          <a:prstGeom prst="rect">
            <a:avLst/>
          </a:prstGeom>
          <a:solidFill>
            <a:srgbClr val="735D30"/>
          </a:solidFill>
          <a:ln w="12700">
            <a:solidFill>
              <a:srgbClr val="735D3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09488" y="3547872"/>
            <a:ext cx="60960" cy="27432"/>
          </a:xfrm>
          <a:prstGeom prst="rect">
            <a:avLst/>
          </a:prstGeom>
          <a:solidFill>
            <a:srgbClr val="6B5730"/>
          </a:solidFill>
          <a:ln w="12700">
            <a:solidFill>
              <a:srgbClr val="6B573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61304" y="3547872"/>
            <a:ext cx="60960" cy="27432"/>
          </a:xfrm>
          <a:prstGeom prst="rect">
            <a:avLst/>
          </a:prstGeom>
          <a:solidFill>
            <a:srgbClr val="635230"/>
          </a:solidFill>
          <a:ln w="12700">
            <a:solidFill>
              <a:srgbClr val="63523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13120" y="3547872"/>
            <a:ext cx="60960" cy="27432"/>
          </a:xfrm>
          <a:prstGeom prst="rect">
            <a:avLst/>
          </a:prstGeom>
          <a:solidFill>
            <a:srgbClr val="5B4C31"/>
          </a:solidFill>
          <a:ln w="12700">
            <a:solidFill>
              <a:srgbClr val="5B4C31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964936" y="3547872"/>
            <a:ext cx="60960" cy="27432"/>
          </a:xfrm>
          <a:prstGeom prst="rect">
            <a:avLst/>
          </a:prstGeom>
          <a:solidFill>
            <a:srgbClr val="534731"/>
          </a:solidFill>
          <a:ln w="12700">
            <a:solidFill>
              <a:srgbClr val="534731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016752" y="3547872"/>
            <a:ext cx="60960" cy="27432"/>
          </a:xfrm>
          <a:prstGeom prst="rect">
            <a:avLst/>
          </a:prstGeom>
          <a:solidFill>
            <a:srgbClr val="4C4232"/>
          </a:solidFill>
          <a:ln w="12700">
            <a:solidFill>
              <a:srgbClr val="4C4232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068568" y="3547872"/>
            <a:ext cx="60960" cy="27432"/>
          </a:xfrm>
          <a:prstGeom prst="rect">
            <a:avLst/>
          </a:prstGeom>
          <a:solidFill>
            <a:srgbClr val="443C32"/>
          </a:solidFill>
          <a:ln w="12700">
            <a:solidFill>
              <a:srgbClr val="443C32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20384" y="3547872"/>
            <a:ext cx="60960" cy="27432"/>
          </a:xfrm>
          <a:prstGeom prst="rect">
            <a:avLst/>
          </a:prstGeom>
          <a:solidFill>
            <a:srgbClr val="3C3733"/>
          </a:solidFill>
          <a:ln w="12700">
            <a:solidFill>
              <a:srgbClr val="3C373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72200" y="3547872"/>
            <a:ext cx="60960" cy="27432"/>
          </a:xfrm>
          <a:prstGeom prst="rect">
            <a:avLst/>
          </a:prstGeom>
          <a:solidFill>
            <a:srgbClr val="343133"/>
          </a:solidFill>
          <a:ln w="12700">
            <a:solidFill>
              <a:srgbClr val="343133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224016" y="3547872"/>
            <a:ext cx="60960" cy="27432"/>
          </a:xfrm>
          <a:prstGeom prst="rect">
            <a:avLst/>
          </a:prstGeom>
          <a:solidFill>
            <a:srgbClr val="2C2C33"/>
          </a:solidFill>
          <a:ln w="12700">
            <a:solidFill>
              <a:srgbClr val="2C2C3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275832" y="3547872"/>
            <a:ext cx="60960" cy="27432"/>
          </a:xfrm>
          <a:prstGeom prst="rect">
            <a:avLst/>
          </a:prstGeom>
          <a:solidFill>
            <a:srgbClr val="242634"/>
          </a:solidFill>
          <a:ln w="12700">
            <a:solidFill>
              <a:srgbClr val="242634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27648" y="3547872"/>
            <a:ext cx="60960" cy="27432"/>
          </a:xfrm>
          <a:prstGeom prst="rect">
            <a:avLst/>
          </a:prstGeom>
          <a:solidFill>
            <a:srgbClr val="1D2134"/>
          </a:solidFill>
          <a:ln w="12700">
            <a:solidFill>
              <a:srgbClr val="1D2134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79464" y="3547872"/>
            <a:ext cx="60960" cy="27432"/>
          </a:xfrm>
          <a:prstGeom prst="rect">
            <a:avLst/>
          </a:prstGeom>
          <a:solidFill>
            <a:srgbClr val="151B35"/>
          </a:solidFill>
          <a:ln w="12700">
            <a:solidFill>
              <a:srgbClr val="151B3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31280" y="3547872"/>
            <a:ext cx="60960" cy="27432"/>
          </a:xfrm>
          <a:prstGeom prst="rect">
            <a:avLst/>
          </a:prstGeom>
          <a:solidFill>
            <a:srgbClr val="0D1635"/>
          </a:solidFill>
          <a:ln w="12700">
            <a:solidFill>
              <a:srgbClr val="0D163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791456" y="3621024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careers ranked by score. Burnout warnings flagged. Roadmaps generated by Groq LLM.</a:t>
            </a:r>
            <a:endParaRPr lang="en-US" sz="950" dirty="0"/>
          </a:p>
        </p:txBody>
      </p:sp>
      <p:sp>
        <p:nvSpPr>
          <p:cNvPr id="181" name="Shape 179"/>
          <p:cNvSpPr/>
          <p:nvPr/>
        </p:nvSpPr>
        <p:spPr>
          <a:xfrm>
            <a:off x="7379208" y="1691640"/>
            <a:ext cx="749808" cy="749808"/>
          </a:xfrm>
          <a:prstGeom prst="ellipse">
            <a:avLst/>
          </a:prstGeom>
          <a:solidFill>
            <a:srgbClr val="00E5A0">
              <a:alpha val="82000"/>
            </a:srgbClr>
          </a:solidFill>
          <a:ln/>
          <a:effectLst>
            <a:outerShdw sx="100000" sy="100000" kx="0" ky="0" algn="bl" rotWithShape="0" blurRad="304800" dist="76200" dir="8100000">
              <a:srgbClr val="6B5DD3">
                <a:alpha val="35000"/>
              </a:srgbClr>
            </a:outerShdw>
          </a:effectLst>
        </p:spPr>
      </p:sp>
      <p:sp>
        <p:nvSpPr>
          <p:cNvPr id="182" name="Shape 180"/>
          <p:cNvSpPr/>
          <p:nvPr/>
        </p:nvSpPr>
        <p:spPr>
          <a:xfrm>
            <a:off x="7443216" y="1755648"/>
            <a:ext cx="621792" cy="621792"/>
          </a:xfrm>
          <a:prstGeom prst="ellipse">
            <a:avLst/>
          </a:prstGeom>
          <a:solidFill>
            <a:srgbClr val="080C1A"/>
          </a:solidFill>
          <a:ln/>
        </p:spPr>
      </p:sp>
      <p:sp>
        <p:nvSpPr>
          <p:cNvPr id="183" name="Text 181"/>
          <p:cNvSpPr/>
          <p:nvPr/>
        </p:nvSpPr>
        <p:spPr>
          <a:xfrm>
            <a:off x="7443216" y="17556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84" name="Shape 182"/>
          <p:cNvSpPr/>
          <p:nvPr/>
        </p:nvSpPr>
        <p:spPr>
          <a:xfrm>
            <a:off x="6876288" y="2578608"/>
            <a:ext cx="2011680" cy="2286000"/>
          </a:xfrm>
          <a:prstGeom prst="rect">
            <a:avLst/>
          </a:prstGeom>
          <a:solidFill>
            <a:srgbClr val="080C1A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185" name="Shape 183"/>
          <p:cNvSpPr/>
          <p:nvPr/>
        </p:nvSpPr>
        <p:spPr>
          <a:xfrm>
            <a:off x="6876288" y="2578608"/>
            <a:ext cx="201168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86" name="Text 184"/>
          <p:cNvSpPr/>
          <p:nvPr/>
        </p:nvSpPr>
        <p:spPr>
          <a:xfrm>
            <a:off x="694944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87" name="Text 185"/>
          <p:cNvSpPr/>
          <p:nvPr/>
        </p:nvSpPr>
        <p:spPr>
          <a:xfrm>
            <a:off x="6986016" y="32186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Growth</a:t>
            </a:r>
            <a:endParaRPr lang="en-US" sz="1300" dirty="0"/>
          </a:p>
        </p:txBody>
      </p:sp>
      <p:sp>
        <p:nvSpPr>
          <p:cNvPr id="188" name="Shape 186"/>
          <p:cNvSpPr/>
          <p:nvPr/>
        </p:nvSpPr>
        <p:spPr>
          <a:xfrm>
            <a:off x="7104888" y="3547872"/>
            <a:ext cx="60960" cy="274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56704" y="3547872"/>
            <a:ext cx="60960" cy="27432"/>
          </a:xfrm>
          <a:prstGeom prst="rect">
            <a:avLst/>
          </a:prstGeom>
          <a:solidFill>
            <a:srgbClr val="00DE9C"/>
          </a:solidFill>
          <a:ln w="12700">
            <a:solidFill>
              <a:srgbClr val="00DE9C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208520" y="3547872"/>
            <a:ext cx="60960" cy="27432"/>
          </a:xfrm>
          <a:prstGeom prst="rect">
            <a:avLst/>
          </a:prstGeom>
          <a:solidFill>
            <a:srgbClr val="01D799"/>
          </a:solidFill>
          <a:ln w="12700">
            <a:solidFill>
              <a:srgbClr val="01D799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260336" y="3547872"/>
            <a:ext cx="60960" cy="27432"/>
          </a:xfrm>
          <a:prstGeom prst="rect">
            <a:avLst/>
          </a:prstGeom>
          <a:solidFill>
            <a:srgbClr val="01D095"/>
          </a:solidFill>
          <a:ln w="12700">
            <a:solidFill>
              <a:srgbClr val="01D09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312152" y="3547872"/>
            <a:ext cx="60960" cy="27432"/>
          </a:xfrm>
          <a:prstGeom prst="rect">
            <a:avLst/>
          </a:prstGeom>
          <a:solidFill>
            <a:srgbClr val="02C891"/>
          </a:solidFill>
          <a:ln w="12700">
            <a:solidFill>
              <a:srgbClr val="02C891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363968" y="3547872"/>
            <a:ext cx="60960" cy="27432"/>
          </a:xfrm>
          <a:prstGeom prst="rect">
            <a:avLst/>
          </a:prstGeom>
          <a:solidFill>
            <a:srgbClr val="02C18E"/>
          </a:solidFill>
          <a:ln w="12700">
            <a:solidFill>
              <a:srgbClr val="02C18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415784" y="3547872"/>
            <a:ext cx="60960" cy="27432"/>
          </a:xfrm>
          <a:prstGeom prst="rect">
            <a:avLst/>
          </a:prstGeom>
          <a:solidFill>
            <a:srgbClr val="03BA8A"/>
          </a:solidFill>
          <a:ln w="12700">
            <a:solidFill>
              <a:srgbClr val="03BA8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467600" y="3547872"/>
            <a:ext cx="60960" cy="27432"/>
          </a:xfrm>
          <a:prstGeom prst="rect">
            <a:avLst/>
          </a:prstGeom>
          <a:solidFill>
            <a:srgbClr val="03B386"/>
          </a:solidFill>
          <a:ln w="12700">
            <a:solidFill>
              <a:srgbClr val="03B386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519416" y="3547872"/>
            <a:ext cx="60960" cy="27432"/>
          </a:xfrm>
          <a:prstGeom prst="rect">
            <a:avLst/>
          </a:prstGeom>
          <a:solidFill>
            <a:srgbClr val="04AC82"/>
          </a:solidFill>
          <a:ln w="12700">
            <a:solidFill>
              <a:srgbClr val="04AC82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571232" y="3547872"/>
            <a:ext cx="60960" cy="27432"/>
          </a:xfrm>
          <a:prstGeom prst="rect">
            <a:avLst/>
          </a:prstGeom>
          <a:solidFill>
            <a:srgbClr val="04A57F"/>
          </a:solidFill>
          <a:ln w="12700">
            <a:solidFill>
              <a:srgbClr val="04A57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23048" y="3547872"/>
            <a:ext cx="60960" cy="27432"/>
          </a:xfrm>
          <a:prstGeom prst="rect">
            <a:avLst/>
          </a:prstGeom>
          <a:solidFill>
            <a:srgbClr val="049E7B"/>
          </a:solidFill>
          <a:ln w="12700">
            <a:solidFill>
              <a:srgbClr val="049E7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74864" y="3547872"/>
            <a:ext cx="60960" cy="27432"/>
          </a:xfrm>
          <a:prstGeom prst="rect">
            <a:avLst/>
          </a:prstGeom>
          <a:solidFill>
            <a:srgbClr val="059677"/>
          </a:solidFill>
          <a:ln w="12700">
            <a:solidFill>
              <a:srgbClr val="059677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726680" y="3547872"/>
            <a:ext cx="60960" cy="27432"/>
          </a:xfrm>
          <a:prstGeom prst="rect">
            <a:avLst/>
          </a:prstGeom>
          <a:solidFill>
            <a:srgbClr val="058F74"/>
          </a:solidFill>
          <a:ln w="12700">
            <a:solidFill>
              <a:srgbClr val="058F74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778496" y="3547872"/>
            <a:ext cx="60960" cy="27432"/>
          </a:xfrm>
          <a:prstGeom prst="rect">
            <a:avLst/>
          </a:prstGeom>
          <a:solidFill>
            <a:srgbClr val="068870"/>
          </a:solidFill>
          <a:ln w="12700">
            <a:solidFill>
              <a:srgbClr val="06887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830312" y="3547872"/>
            <a:ext cx="60960" cy="27432"/>
          </a:xfrm>
          <a:prstGeom prst="rect">
            <a:avLst/>
          </a:prstGeom>
          <a:solidFill>
            <a:srgbClr val="06816C"/>
          </a:solidFill>
          <a:ln w="12700">
            <a:solidFill>
              <a:srgbClr val="06816C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882128" y="3547872"/>
            <a:ext cx="60960" cy="27432"/>
          </a:xfrm>
          <a:prstGeom prst="rect">
            <a:avLst/>
          </a:prstGeom>
          <a:solidFill>
            <a:srgbClr val="077A69"/>
          </a:solidFill>
          <a:ln w="12700">
            <a:solidFill>
              <a:srgbClr val="077A69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933944" y="3547872"/>
            <a:ext cx="60960" cy="27432"/>
          </a:xfrm>
          <a:prstGeom prst="rect">
            <a:avLst/>
          </a:prstGeom>
          <a:solidFill>
            <a:srgbClr val="077365"/>
          </a:solidFill>
          <a:ln w="12700">
            <a:solidFill>
              <a:srgbClr val="07736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985760" y="3547872"/>
            <a:ext cx="60960" cy="27432"/>
          </a:xfrm>
          <a:prstGeom prst="rect">
            <a:avLst/>
          </a:prstGeom>
          <a:solidFill>
            <a:srgbClr val="086C61"/>
          </a:solidFill>
          <a:ln w="12700">
            <a:solidFill>
              <a:srgbClr val="086C6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37576" y="3547872"/>
            <a:ext cx="60960" cy="27432"/>
          </a:xfrm>
          <a:prstGeom prst="rect">
            <a:avLst/>
          </a:prstGeom>
          <a:solidFill>
            <a:srgbClr val="08655E"/>
          </a:solidFill>
          <a:ln w="12700">
            <a:solidFill>
              <a:srgbClr val="08655E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9392" y="3547872"/>
            <a:ext cx="60960" cy="27432"/>
          </a:xfrm>
          <a:prstGeom prst="rect">
            <a:avLst/>
          </a:prstGeom>
          <a:solidFill>
            <a:srgbClr val="095D5A"/>
          </a:solidFill>
          <a:ln w="12700">
            <a:solidFill>
              <a:srgbClr val="095D5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141208" y="3547872"/>
            <a:ext cx="60960" cy="27432"/>
          </a:xfrm>
          <a:prstGeom prst="rect">
            <a:avLst/>
          </a:prstGeom>
          <a:solidFill>
            <a:srgbClr val="095656"/>
          </a:solidFill>
          <a:ln w="12700">
            <a:solidFill>
              <a:srgbClr val="095656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193024" y="3547872"/>
            <a:ext cx="60960" cy="27432"/>
          </a:xfrm>
          <a:prstGeom prst="rect">
            <a:avLst/>
          </a:prstGeom>
          <a:solidFill>
            <a:srgbClr val="094F53"/>
          </a:solidFill>
          <a:ln w="12700">
            <a:solidFill>
              <a:srgbClr val="094F53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244840" y="3547872"/>
            <a:ext cx="60960" cy="27432"/>
          </a:xfrm>
          <a:prstGeom prst="rect">
            <a:avLst/>
          </a:prstGeom>
          <a:solidFill>
            <a:srgbClr val="0A484F"/>
          </a:solidFill>
          <a:ln w="12700">
            <a:solidFill>
              <a:srgbClr val="0A484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296656" y="3547872"/>
            <a:ext cx="60960" cy="27432"/>
          </a:xfrm>
          <a:prstGeom prst="rect">
            <a:avLst/>
          </a:prstGeom>
          <a:solidFill>
            <a:srgbClr val="0A414B"/>
          </a:solidFill>
          <a:ln w="12700">
            <a:solidFill>
              <a:srgbClr val="0A414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348472" y="3547872"/>
            <a:ext cx="60960" cy="27432"/>
          </a:xfrm>
          <a:prstGeom prst="rect">
            <a:avLst/>
          </a:prstGeom>
          <a:solidFill>
            <a:srgbClr val="0B3A47"/>
          </a:solidFill>
          <a:ln w="12700">
            <a:solidFill>
              <a:srgbClr val="0B3A47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400288" y="3547872"/>
            <a:ext cx="60960" cy="27432"/>
          </a:xfrm>
          <a:prstGeom prst="rect">
            <a:avLst/>
          </a:prstGeom>
          <a:solidFill>
            <a:srgbClr val="0B3344"/>
          </a:solidFill>
          <a:ln w="12700">
            <a:solidFill>
              <a:srgbClr val="0B3344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452104" y="3547872"/>
            <a:ext cx="60960" cy="27432"/>
          </a:xfrm>
          <a:prstGeom prst="rect">
            <a:avLst/>
          </a:prstGeom>
          <a:solidFill>
            <a:srgbClr val="0C2B40"/>
          </a:solidFill>
          <a:ln w="12700">
            <a:solidFill>
              <a:srgbClr val="0C2B4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503920" y="3547872"/>
            <a:ext cx="60960" cy="27432"/>
          </a:xfrm>
          <a:prstGeom prst="rect">
            <a:avLst/>
          </a:prstGeom>
          <a:solidFill>
            <a:srgbClr val="0C243C"/>
          </a:solidFill>
          <a:ln w="12700">
            <a:solidFill>
              <a:srgbClr val="0C243C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555736" y="3547872"/>
            <a:ext cx="60960" cy="27432"/>
          </a:xfrm>
          <a:prstGeom prst="rect">
            <a:avLst/>
          </a:prstGeom>
          <a:solidFill>
            <a:srgbClr val="0D1D39"/>
          </a:solidFill>
          <a:ln w="12700">
            <a:solidFill>
              <a:srgbClr val="0D1D39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607552" y="3547872"/>
            <a:ext cx="60960" cy="27432"/>
          </a:xfrm>
          <a:prstGeom prst="rect">
            <a:avLst/>
          </a:prstGeom>
          <a:solidFill>
            <a:srgbClr val="0D1635"/>
          </a:solidFill>
          <a:ln w="12700">
            <a:solidFill>
              <a:srgbClr val="0D163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6967728" y="3621024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roadmap, institute suggestions, resume AI feedback &amp; market insight dashboard.</a:t>
            </a:r>
            <a:endParaRPr lang="en-US" sz="950" dirty="0"/>
          </a:p>
        </p:txBody>
      </p:sp>
      <p:sp>
        <p:nvSpPr>
          <p:cNvPr id="219" name="Shape 217"/>
          <p:cNvSpPr/>
          <p:nvPr/>
        </p:nvSpPr>
        <p:spPr>
          <a:xfrm>
            <a:off x="0" y="5010912"/>
            <a:ext cx="313944" cy="36576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04800" y="5010912"/>
            <a:ext cx="313944" cy="36576"/>
          </a:xfrm>
          <a:prstGeom prst="rect">
            <a:avLst/>
          </a:prstGeom>
          <a:solidFill>
            <a:srgbClr val="7060CD"/>
          </a:solidFill>
          <a:ln w="12700">
            <a:solidFill>
              <a:srgbClr val="7060CD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09600" y="5010912"/>
            <a:ext cx="313944" cy="36576"/>
          </a:xfrm>
          <a:prstGeom prst="rect">
            <a:avLst/>
          </a:prstGeom>
          <a:solidFill>
            <a:srgbClr val="7463C7"/>
          </a:solidFill>
          <a:ln w="12700">
            <a:solidFill>
              <a:srgbClr val="7463C7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14400" y="5010912"/>
            <a:ext cx="313944" cy="36576"/>
          </a:xfrm>
          <a:prstGeom prst="rect">
            <a:avLst/>
          </a:prstGeom>
          <a:solidFill>
            <a:srgbClr val="7966C1"/>
          </a:solidFill>
          <a:ln w="12700">
            <a:solidFill>
              <a:srgbClr val="7966C1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219200" y="5010912"/>
            <a:ext cx="313944" cy="36576"/>
          </a:xfrm>
          <a:prstGeom prst="rect">
            <a:avLst/>
          </a:prstGeom>
          <a:solidFill>
            <a:srgbClr val="7D69BC"/>
          </a:solidFill>
          <a:ln w="12700">
            <a:solidFill>
              <a:srgbClr val="7D69BC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524000" y="5010912"/>
            <a:ext cx="313944" cy="36576"/>
          </a:xfrm>
          <a:prstGeom prst="rect">
            <a:avLst/>
          </a:prstGeom>
          <a:solidFill>
            <a:srgbClr val="826CB6"/>
          </a:solidFill>
          <a:ln w="12700">
            <a:solidFill>
              <a:srgbClr val="826CB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828800" y="5010912"/>
            <a:ext cx="313944" cy="36576"/>
          </a:xfrm>
          <a:prstGeom prst="rect">
            <a:avLst/>
          </a:prstGeom>
          <a:solidFill>
            <a:srgbClr val="876FB0"/>
          </a:solidFill>
          <a:ln w="12700">
            <a:solidFill>
              <a:srgbClr val="876FB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133600" y="5010912"/>
            <a:ext cx="313944" cy="36576"/>
          </a:xfrm>
          <a:prstGeom prst="rect">
            <a:avLst/>
          </a:prstGeom>
          <a:solidFill>
            <a:srgbClr val="8B72AA"/>
          </a:solidFill>
          <a:ln w="12700">
            <a:solidFill>
              <a:srgbClr val="8B72A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2438400" y="5010912"/>
            <a:ext cx="313944" cy="36576"/>
          </a:xfrm>
          <a:prstGeom prst="rect">
            <a:avLst/>
          </a:prstGeom>
          <a:solidFill>
            <a:srgbClr val="9075A4"/>
          </a:solidFill>
          <a:ln w="12700">
            <a:solidFill>
              <a:srgbClr val="9075A4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2743200" y="5010912"/>
            <a:ext cx="313944" cy="36576"/>
          </a:xfrm>
          <a:prstGeom prst="rect">
            <a:avLst/>
          </a:prstGeom>
          <a:solidFill>
            <a:srgbClr val="94789E"/>
          </a:solidFill>
          <a:ln w="12700">
            <a:solidFill>
              <a:srgbClr val="94789E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048000" y="5010912"/>
            <a:ext cx="313944" cy="36576"/>
          </a:xfrm>
          <a:prstGeom prst="rect">
            <a:avLst/>
          </a:prstGeom>
          <a:solidFill>
            <a:srgbClr val="997B98"/>
          </a:solidFill>
          <a:ln w="12700">
            <a:solidFill>
              <a:srgbClr val="997B98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352800" y="5010912"/>
            <a:ext cx="313944" cy="36576"/>
          </a:xfrm>
          <a:prstGeom prst="rect">
            <a:avLst/>
          </a:prstGeom>
          <a:solidFill>
            <a:srgbClr val="9D7E93"/>
          </a:solidFill>
          <a:ln w="12700">
            <a:solidFill>
              <a:srgbClr val="9D7E93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3657600" y="5010912"/>
            <a:ext cx="313944" cy="36576"/>
          </a:xfrm>
          <a:prstGeom prst="rect">
            <a:avLst/>
          </a:prstGeom>
          <a:solidFill>
            <a:srgbClr val="A2818D"/>
          </a:solidFill>
          <a:ln w="12700">
            <a:solidFill>
              <a:srgbClr val="A2818D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3962400" y="5010912"/>
            <a:ext cx="313944" cy="36576"/>
          </a:xfrm>
          <a:prstGeom prst="rect">
            <a:avLst/>
          </a:prstGeom>
          <a:solidFill>
            <a:srgbClr val="A78487"/>
          </a:solidFill>
          <a:ln w="12700">
            <a:solidFill>
              <a:srgbClr val="A78487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267200" y="5010912"/>
            <a:ext cx="313944" cy="36576"/>
          </a:xfrm>
          <a:prstGeom prst="rect">
            <a:avLst/>
          </a:prstGeom>
          <a:solidFill>
            <a:srgbClr val="AB8781"/>
          </a:solidFill>
          <a:ln w="12700">
            <a:solidFill>
              <a:srgbClr val="AB8781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572000" y="5010912"/>
            <a:ext cx="313944" cy="36576"/>
          </a:xfrm>
          <a:prstGeom prst="rect">
            <a:avLst/>
          </a:prstGeom>
          <a:solidFill>
            <a:srgbClr val="B08A7B"/>
          </a:solidFill>
          <a:ln w="12700">
            <a:solidFill>
              <a:srgbClr val="B08A7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876800" y="5010912"/>
            <a:ext cx="313944" cy="36576"/>
          </a:xfrm>
          <a:prstGeom prst="rect">
            <a:avLst/>
          </a:prstGeom>
          <a:solidFill>
            <a:srgbClr val="B48D75"/>
          </a:solidFill>
          <a:ln w="12700">
            <a:solidFill>
              <a:srgbClr val="B48D7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181600" y="5010912"/>
            <a:ext cx="313944" cy="36576"/>
          </a:xfrm>
          <a:prstGeom prst="rect">
            <a:avLst/>
          </a:prstGeom>
          <a:solidFill>
            <a:srgbClr val="B9906F"/>
          </a:solidFill>
          <a:ln w="12700">
            <a:solidFill>
              <a:srgbClr val="B9906F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486400" y="5010912"/>
            <a:ext cx="313944" cy="36576"/>
          </a:xfrm>
          <a:prstGeom prst="rect">
            <a:avLst/>
          </a:prstGeom>
          <a:solidFill>
            <a:srgbClr val="BE9369"/>
          </a:solidFill>
          <a:ln w="12700">
            <a:solidFill>
              <a:srgbClr val="BE9369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5791200" y="5010912"/>
            <a:ext cx="313944" cy="36576"/>
          </a:xfrm>
          <a:prstGeom prst="rect">
            <a:avLst/>
          </a:prstGeom>
          <a:solidFill>
            <a:srgbClr val="C29664"/>
          </a:solidFill>
          <a:ln w="12700">
            <a:solidFill>
              <a:srgbClr val="C29664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096000" y="5010912"/>
            <a:ext cx="313944" cy="36576"/>
          </a:xfrm>
          <a:prstGeom prst="rect">
            <a:avLst/>
          </a:prstGeom>
          <a:solidFill>
            <a:srgbClr val="C7995E"/>
          </a:solidFill>
          <a:ln w="12700">
            <a:solidFill>
              <a:srgbClr val="C7995E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400800" y="5010912"/>
            <a:ext cx="313944" cy="36576"/>
          </a:xfrm>
          <a:prstGeom prst="rect">
            <a:avLst/>
          </a:prstGeom>
          <a:solidFill>
            <a:srgbClr val="CB9C58"/>
          </a:solidFill>
          <a:ln w="12700">
            <a:solidFill>
              <a:srgbClr val="CB9C58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705600" y="5010912"/>
            <a:ext cx="313944" cy="36576"/>
          </a:xfrm>
          <a:prstGeom prst="rect">
            <a:avLst/>
          </a:prstGeom>
          <a:solidFill>
            <a:srgbClr val="D09F52"/>
          </a:solidFill>
          <a:ln w="12700">
            <a:solidFill>
              <a:srgbClr val="D09F52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010400" y="5010912"/>
            <a:ext cx="313944" cy="36576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7315200" y="5010912"/>
            <a:ext cx="313944" cy="36576"/>
          </a:xfrm>
          <a:prstGeom prst="rect">
            <a:avLst/>
          </a:prstGeom>
          <a:solidFill>
            <a:srgbClr val="D9A546"/>
          </a:solidFill>
          <a:ln w="12700">
            <a:solidFill>
              <a:srgbClr val="D9A546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620000" y="5010912"/>
            <a:ext cx="313944" cy="36576"/>
          </a:xfrm>
          <a:prstGeom prst="rect">
            <a:avLst/>
          </a:prstGeom>
          <a:solidFill>
            <a:srgbClr val="DEA840"/>
          </a:solidFill>
          <a:ln w="12700">
            <a:solidFill>
              <a:srgbClr val="DEA84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924800" y="5010912"/>
            <a:ext cx="313944" cy="36576"/>
          </a:xfrm>
          <a:prstGeom prst="rect">
            <a:avLst/>
          </a:prstGeom>
          <a:solidFill>
            <a:srgbClr val="E2AB3B"/>
          </a:solidFill>
          <a:ln w="12700">
            <a:solidFill>
              <a:srgbClr val="E2AB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229600" y="5010912"/>
            <a:ext cx="313944" cy="36576"/>
          </a:xfrm>
          <a:prstGeom prst="rect">
            <a:avLst/>
          </a:prstGeom>
          <a:solidFill>
            <a:srgbClr val="E7AE35"/>
          </a:solidFill>
          <a:ln w="12700">
            <a:solidFill>
              <a:srgbClr val="E7AE35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534400" y="5010912"/>
            <a:ext cx="313944" cy="36576"/>
          </a:xfrm>
          <a:prstGeom prst="rect">
            <a:avLst/>
          </a:prstGeom>
          <a:solidFill>
            <a:srgbClr val="EBB12F"/>
          </a:solidFill>
          <a:ln w="12700">
            <a:solidFill>
              <a:srgbClr val="EBB12F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839200" y="5010912"/>
            <a:ext cx="313944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B5DD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7091E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13944" cy="5029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0"/>
            <a:ext cx="313944" cy="50292"/>
          </a:xfrm>
          <a:prstGeom prst="rect">
            <a:avLst/>
          </a:prstGeom>
          <a:solidFill>
            <a:srgbClr val="6B5FD4"/>
          </a:solidFill>
          <a:ln w="12700">
            <a:solidFill>
              <a:srgbClr val="6B5F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0"/>
            <a:ext cx="313944" cy="50292"/>
          </a:xfrm>
          <a:prstGeom prst="rect">
            <a:avLst/>
          </a:prstGeom>
          <a:solidFill>
            <a:srgbClr val="6B61D4"/>
          </a:solidFill>
          <a:ln w="12700">
            <a:solidFill>
              <a:srgbClr val="6B61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0"/>
            <a:ext cx="313944" cy="50292"/>
          </a:xfrm>
          <a:prstGeom prst="rect">
            <a:avLst/>
          </a:prstGeom>
          <a:solidFill>
            <a:srgbClr val="6C62D5"/>
          </a:solidFill>
          <a:ln w="12700">
            <a:solidFill>
              <a:srgbClr val="6C62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0"/>
            <a:ext cx="313944" cy="50292"/>
          </a:xfrm>
          <a:prstGeom prst="rect">
            <a:avLst/>
          </a:prstGeom>
          <a:solidFill>
            <a:srgbClr val="6C64D6"/>
          </a:solidFill>
          <a:ln w="12700">
            <a:solidFill>
              <a:srgbClr val="6C64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0"/>
            <a:ext cx="313944" cy="50292"/>
          </a:xfrm>
          <a:prstGeom prst="rect">
            <a:avLst/>
          </a:prstGeom>
          <a:solidFill>
            <a:srgbClr val="6C66D6"/>
          </a:solidFill>
          <a:ln w="12700">
            <a:solidFill>
              <a:srgbClr val="6C6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313944" cy="50292"/>
          </a:xfrm>
          <a:prstGeom prst="rect">
            <a:avLst/>
          </a:prstGeom>
          <a:solidFill>
            <a:srgbClr val="6C68D7"/>
          </a:solidFill>
          <a:ln w="12700">
            <a:solidFill>
              <a:srgbClr val="6C68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3600" y="0"/>
            <a:ext cx="313944" cy="50292"/>
          </a:xfrm>
          <a:prstGeom prst="rect">
            <a:avLst/>
          </a:prstGeom>
          <a:solidFill>
            <a:srgbClr val="6C6AD8"/>
          </a:solidFill>
          <a:ln w="12700">
            <a:solidFill>
              <a:srgbClr val="6C6A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8400" y="0"/>
            <a:ext cx="313944" cy="50292"/>
          </a:xfrm>
          <a:prstGeom prst="rect">
            <a:avLst/>
          </a:prstGeom>
          <a:solidFill>
            <a:srgbClr val="6C6BD8"/>
          </a:solidFill>
          <a:ln w="12700">
            <a:solidFill>
              <a:srgbClr val="6C6B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0"/>
            <a:ext cx="313944" cy="50292"/>
          </a:xfrm>
          <a:prstGeom prst="rect">
            <a:avLst/>
          </a:prstGeom>
          <a:solidFill>
            <a:srgbClr val="6D6DD9"/>
          </a:solidFill>
          <a:ln w="12700">
            <a:solidFill>
              <a:srgbClr val="6D6D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8000" y="0"/>
            <a:ext cx="313944" cy="50292"/>
          </a:xfrm>
          <a:prstGeom prst="rect">
            <a:avLst/>
          </a:prstGeom>
          <a:solidFill>
            <a:srgbClr val="6D6FDA"/>
          </a:solidFill>
          <a:ln w="12700">
            <a:solidFill>
              <a:srgbClr val="6D6F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2800" y="0"/>
            <a:ext cx="313944" cy="50292"/>
          </a:xfrm>
          <a:prstGeom prst="rect">
            <a:avLst/>
          </a:prstGeom>
          <a:solidFill>
            <a:srgbClr val="6D71DA"/>
          </a:solidFill>
          <a:ln w="12700">
            <a:solidFill>
              <a:srgbClr val="6D71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313944" cy="50292"/>
          </a:xfrm>
          <a:prstGeom prst="rect">
            <a:avLst/>
          </a:prstGeom>
          <a:solidFill>
            <a:srgbClr val="6D73DB"/>
          </a:solidFill>
          <a:ln w="12700">
            <a:solidFill>
              <a:srgbClr val="6D73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2400" y="0"/>
            <a:ext cx="313944" cy="50292"/>
          </a:xfrm>
          <a:prstGeom prst="rect">
            <a:avLst/>
          </a:prstGeom>
          <a:solidFill>
            <a:srgbClr val="6D74DC"/>
          </a:solidFill>
          <a:ln w="12700">
            <a:solidFill>
              <a:srgbClr val="6D74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7200" y="0"/>
            <a:ext cx="313944" cy="50292"/>
          </a:xfrm>
          <a:prstGeom prst="rect">
            <a:avLst/>
          </a:prstGeom>
          <a:solidFill>
            <a:srgbClr val="6D76DC"/>
          </a:solidFill>
          <a:ln w="12700">
            <a:solidFill>
              <a:srgbClr val="6D7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313944" cy="50292"/>
          </a:xfrm>
          <a:prstGeom prst="rect">
            <a:avLst/>
          </a:prstGeom>
          <a:solidFill>
            <a:srgbClr val="6E78DD"/>
          </a:solidFill>
          <a:ln w="12700">
            <a:solidFill>
              <a:srgbClr val="6E78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6800" y="0"/>
            <a:ext cx="313944" cy="50292"/>
          </a:xfrm>
          <a:prstGeom prst="rect">
            <a:avLst/>
          </a:prstGeom>
          <a:solidFill>
            <a:srgbClr val="6E7ADD"/>
          </a:solidFill>
          <a:ln w="12700">
            <a:solidFill>
              <a:srgbClr val="6E7A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1600" y="0"/>
            <a:ext cx="313944" cy="50292"/>
          </a:xfrm>
          <a:prstGeom prst="rect">
            <a:avLst/>
          </a:prstGeom>
          <a:solidFill>
            <a:srgbClr val="6E7BDE"/>
          </a:solidFill>
          <a:ln w="12700">
            <a:solidFill>
              <a:srgbClr val="6E7B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0"/>
            <a:ext cx="313944" cy="50292"/>
          </a:xfrm>
          <a:prstGeom prst="rect">
            <a:avLst/>
          </a:prstGeom>
          <a:solidFill>
            <a:srgbClr val="6E7DDF"/>
          </a:solidFill>
          <a:ln w="12700">
            <a:solidFill>
              <a:srgbClr val="6E7D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1200" y="0"/>
            <a:ext cx="313944" cy="50292"/>
          </a:xfrm>
          <a:prstGeom prst="rect">
            <a:avLst/>
          </a:prstGeom>
          <a:solidFill>
            <a:srgbClr val="6E7FDF"/>
          </a:solidFill>
          <a:ln w="12700">
            <a:solidFill>
              <a:srgbClr val="6E7F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0"/>
            <a:ext cx="313944" cy="50292"/>
          </a:xfrm>
          <a:prstGeom prst="rect">
            <a:avLst/>
          </a:prstGeom>
          <a:solidFill>
            <a:srgbClr val="6E81E0"/>
          </a:solidFill>
          <a:ln w="12700">
            <a:solidFill>
              <a:srgbClr val="6E81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0"/>
            <a:ext cx="313944" cy="50292"/>
          </a:xfrm>
          <a:prstGeom prst="rect">
            <a:avLst/>
          </a:prstGeom>
          <a:solidFill>
            <a:srgbClr val="6F83E1"/>
          </a:solidFill>
          <a:ln w="12700">
            <a:solidFill>
              <a:srgbClr val="6F83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5600" y="0"/>
            <a:ext cx="313944" cy="50292"/>
          </a:xfrm>
          <a:prstGeom prst="rect">
            <a:avLst/>
          </a:prstGeom>
          <a:solidFill>
            <a:srgbClr val="6F84E1"/>
          </a:solidFill>
          <a:ln w="12700">
            <a:solidFill>
              <a:srgbClr val="6F84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0400" y="0"/>
            <a:ext cx="313944" cy="50292"/>
          </a:xfrm>
          <a:prstGeom prst="rect">
            <a:avLst/>
          </a:prstGeom>
          <a:solidFill>
            <a:srgbClr val="6F86E2"/>
          </a:solidFill>
          <a:ln w="12700">
            <a:solidFill>
              <a:srgbClr val="6F86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0"/>
            <a:ext cx="313944" cy="50292"/>
          </a:xfrm>
          <a:prstGeom prst="rect">
            <a:avLst/>
          </a:prstGeom>
          <a:solidFill>
            <a:srgbClr val="6F88E3"/>
          </a:solidFill>
          <a:ln w="12700">
            <a:solidFill>
              <a:srgbClr val="6F88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0" y="0"/>
            <a:ext cx="313944" cy="50292"/>
          </a:xfrm>
          <a:prstGeom prst="rect">
            <a:avLst/>
          </a:prstGeom>
          <a:solidFill>
            <a:srgbClr val="6F8AE3"/>
          </a:solidFill>
          <a:ln w="12700">
            <a:solidFill>
              <a:srgbClr val="6F8A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4800" y="0"/>
            <a:ext cx="313944" cy="50292"/>
          </a:xfrm>
          <a:prstGeom prst="rect">
            <a:avLst/>
          </a:prstGeom>
          <a:solidFill>
            <a:srgbClr val="6F8CE4"/>
          </a:solidFill>
          <a:ln w="12700">
            <a:solidFill>
              <a:srgbClr val="6F8C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0"/>
            <a:ext cx="313944" cy="50292"/>
          </a:xfrm>
          <a:prstGeom prst="rect">
            <a:avLst/>
          </a:prstGeom>
          <a:solidFill>
            <a:srgbClr val="708DE5"/>
          </a:solidFill>
          <a:ln w="12700">
            <a:solidFill>
              <a:srgbClr val="708D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34400" y="0"/>
            <a:ext cx="313944" cy="50292"/>
          </a:xfrm>
          <a:prstGeom prst="rect">
            <a:avLst/>
          </a:prstGeom>
          <a:solidFill>
            <a:srgbClr val="708FE5"/>
          </a:solidFill>
          <a:ln w="12700">
            <a:solidFill>
              <a:srgbClr val="708F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39200" y="0"/>
            <a:ext cx="313944" cy="50292"/>
          </a:xfrm>
          <a:prstGeom prst="rect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B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at the Core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457200" y="1115568"/>
            <a:ext cx="283464" cy="2743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1115568"/>
            <a:ext cx="283464" cy="27432"/>
          </a:xfrm>
          <a:prstGeom prst="rect">
            <a:avLst/>
          </a:prstGeom>
          <a:solidFill>
            <a:srgbClr val="6B5FD4"/>
          </a:solidFill>
          <a:ln w="12700">
            <a:solidFill>
              <a:srgbClr val="6B5F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1115568"/>
            <a:ext cx="283464" cy="27432"/>
          </a:xfrm>
          <a:prstGeom prst="rect">
            <a:avLst/>
          </a:prstGeom>
          <a:solidFill>
            <a:srgbClr val="6B61D4"/>
          </a:solidFill>
          <a:ln w="12700">
            <a:solidFill>
              <a:srgbClr val="6B61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80160" y="1115568"/>
            <a:ext cx="283464" cy="27432"/>
          </a:xfrm>
          <a:prstGeom prst="rect">
            <a:avLst/>
          </a:prstGeom>
          <a:solidFill>
            <a:srgbClr val="6C62D5"/>
          </a:solidFill>
          <a:ln w="12700">
            <a:solidFill>
              <a:srgbClr val="6C62D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54480" y="1115568"/>
            <a:ext cx="283464" cy="27432"/>
          </a:xfrm>
          <a:prstGeom prst="rect">
            <a:avLst/>
          </a:prstGeom>
          <a:solidFill>
            <a:srgbClr val="6C64D6"/>
          </a:solidFill>
          <a:ln w="12700">
            <a:solidFill>
              <a:srgbClr val="6C64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0" y="1115568"/>
            <a:ext cx="283464" cy="27432"/>
          </a:xfrm>
          <a:prstGeom prst="rect">
            <a:avLst/>
          </a:prstGeom>
          <a:solidFill>
            <a:srgbClr val="6C66D6"/>
          </a:solidFill>
          <a:ln w="12700">
            <a:solidFill>
              <a:srgbClr val="6C66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1115568"/>
            <a:ext cx="283464" cy="27432"/>
          </a:xfrm>
          <a:prstGeom prst="rect">
            <a:avLst/>
          </a:prstGeom>
          <a:solidFill>
            <a:srgbClr val="6C68D7"/>
          </a:solidFill>
          <a:ln w="12700">
            <a:solidFill>
              <a:srgbClr val="6C68D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77440" y="1115568"/>
            <a:ext cx="283464" cy="27432"/>
          </a:xfrm>
          <a:prstGeom prst="rect">
            <a:avLst/>
          </a:prstGeom>
          <a:solidFill>
            <a:srgbClr val="6C6AD8"/>
          </a:solidFill>
          <a:ln w="12700">
            <a:solidFill>
              <a:srgbClr val="6C6A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1115568"/>
            <a:ext cx="283464" cy="27432"/>
          </a:xfrm>
          <a:prstGeom prst="rect">
            <a:avLst/>
          </a:prstGeom>
          <a:solidFill>
            <a:srgbClr val="6C6BD8"/>
          </a:solidFill>
          <a:ln w="12700">
            <a:solidFill>
              <a:srgbClr val="6C6B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1115568"/>
            <a:ext cx="283464" cy="27432"/>
          </a:xfrm>
          <a:prstGeom prst="rect">
            <a:avLst/>
          </a:prstGeom>
          <a:solidFill>
            <a:srgbClr val="6D6DD9"/>
          </a:solidFill>
          <a:ln w="12700">
            <a:solidFill>
              <a:srgbClr val="6D6D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1115568"/>
            <a:ext cx="283464" cy="27432"/>
          </a:xfrm>
          <a:prstGeom prst="rect">
            <a:avLst/>
          </a:prstGeom>
          <a:solidFill>
            <a:srgbClr val="6D6FDA"/>
          </a:solidFill>
          <a:ln w="12700">
            <a:solidFill>
              <a:srgbClr val="6D6F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0" y="1115568"/>
            <a:ext cx="283464" cy="27432"/>
          </a:xfrm>
          <a:prstGeom prst="rect">
            <a:avLst/>
          </a:prstGeom>
          <a:solidFill>
            <a:srgbClr val="6D71DA"/>
          </a:solidFill>
          <a:ln w="12700">
            <a:solidFill>
              <a:srgbClr val="6D71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1115568"/>
            <a:ext cx="283464" cy="27432"/>
          </a:xfrm>
          <a:prstGeom prst="rect">
            <a:avLst/>
          </a:prstGeom>
          <a:solidFill>
            <a:srgbClr val="6D73DB"/>
          </a:solidFill>
          <a:ln w="12700">
            <a:solidFill>
              <a:srgbClr val="6D73D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23360" y="1115568"/>
            <a:ext cx="283464" cy="27432"/>
          </a:xfrm>
          <a:prstGeom prst="rect">
            <a:avLst/>
          </a:prstGeom>
          <a:solidFill>
            <a:srgbClr val="6D74DC"/>
          </a:solidFill>
          <a:ln w="12700">
            <a:solidFill>
              <a:srgbClr val="6D74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97680" y="1115568"/>
            <a:ext cx="283464" cy="27432"/>
          </a:xfrm>
          <a:prstGeom prst="rect">
            <a:avLst/>
          </a:prstGeom>
          <a:solidFill>
            <a:srgbClr val="6D76DC"/>
          </a:solidFill>
          <a:ln w="12700">
            <a:solidFill>
              <a:srgbClr val="6D76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1115568"/>
            <a:ext cx="283464" cy="27432"/>
          </a:xfrm>
          <a:prstGeom prst="rect">
            <a:avLst/>
          </a:prstGeom>
          <a:solidFill>
            <a:srgbClr val="6E78DD"/>
          </a:solidFill>
          <a:ln w="12700">
            <a:solidFill>
              <a:srgbClr val="6E78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1115568"/>
            <a:ext cx="283464" cy="27432"/>
          </a:xfrm>
          <a:prstGeom prst="rect">
            <a:avLst/>
          </a:prstGeom>
          <a:solidFill>
            <a:srgbClr val="6E7ADD"/>
          </a:solidFill>
          <a:ln w="12700">
            <a:solidFill>
              <a:srgbClr val="6E7A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1115568"/>
            <a:ext cx="283464" cy="27432"/>
          </a:xfrm>
          <a:prstGeom prst="rect">
            <a:avLst/>
          </a:prstGeom>
          <a:solidFill>
            <a:srgbClr val="6E7BDE"/>
          </a:solidFill>
          <a:ln w="12700">
            <a:solidFill>
              <a:srgbClr val="6E7BD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94960" y="1115568"/>
            <a:ext cx="283464" cy="27432"/>
          </a:xfrm>
          <a:prstGeom prst="rect">
            <a:avLst/>
          </a:prstGeom>
          <a:solidFill>
            <a:srgbClr val="6E7DDF"/>
          </a:solidFill>
          <a:ln w="12700">
            <a:solidFill>
              <a:srgbClr val="6E7DD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69280" y="1115568"/>
            <a:ext cx="283464" cy="27432"/>
          </a:xfrm>
          <a:prstGeom prst="rect">
            <a:avLst/>
          </a:prstGeom>
          <a:solidFill>
            <a:srgbClr val="6E7FDF"/>
          </a:solidFill>
          <a:ln w="12700">
            <a:solidFill>
              <a:srgbClr val="6E7FD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43600" y="1115568"/>
            <a:ext cx="283464" cy="27432"/>
          </a:xfrm>
          <a:prstGeom prst="rect">
            <a:avLst/>
          </a:prstGeom>
          <a:solidFill>
            <a:srgbClr val="6E81E0"/>
          </a:solidFill>
          <a:ln w="12700">
            <a:solidFill>
              <a:srgbClr val="6E81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1115568"/>
            <a:ext cx="283464" cy="27432"/>
          </a:xfrm>
          <a:prstGeom prst="rect">
            <a:avLst/>
          </a:prstGeom>
          <a:solidFill>
            <a:srgbClr val="6F83E1"/>
          </a:solidFill>
          <a:ln w="12700">
            <a:solidFill>
              <a:srgbClr val="6F83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115568"/>
            <a:ext cx="283464" cy="27432"/>
          </a:xfrm>
          <a:prstGeom prst="rect">
            <a:avLst/>
          </a:prstGeom>
          <a:solidFill>
            <a:srgbClr val="6F84E1"/>
          </a:solidFill>
          <a:ln w="12700">
            <a:solidFill>
              <a:srgbClr val="6F84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1115568"/>
            <a:ext cx="283464" cy="27432"/>
          </a:xfrm>
          <a:prstGeom prst="rect">
            <a:avLst/>
          </a:prstGeom>
          <a:solidFill>
            <a:srgbClr val="6F86E2"/>
          </a:solidFill>
          <a:ln w="12700">
            <a:solidFill>
              <a:srgbClr val="6F86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40880" y="1115568"/>
            <a:ext cx="283464" cy="27432"/>
          </a:xfrm>
          <a:prstGeom prst="rect">
            <a:avLst/>
          </a:prstGeom>
          <a:solidFill>
            <a:srgbClr val="6F88E3"/>
          </a:solidFill>
          <a:ln w="12700">
            <a:solidFill>
              <a:srgbClr val="6F88E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15200" y="1115568"/>
            <a:ext cx="283464" cy="27432"/>
          </a:xfrm>
          <a:prstGeom prst="rect">
            <a:avLst/>
          </a:prstGeom>
          <a:solidFill>
            <a:srgbClr val="6F8AE3"/>
          </a:solidFill>
          <a:ln w="12700">
            <a:solidFill>
              <a:srgbClr val="6F8AE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115568"/>
            <a:ext cx="283464" cy="27432"/>
          </a:xfrm>
          <a:prstGeom prst="rect">
            <a:avLst/>
          </a:prstGeom>
          <a:solidFill>
            <a:srgbClr val="6F8CE4"/>
          </a:solidFill>
          <a:ln w="12700">
            <a:solidFill>
              <a:srgbClr val="6F8C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3840" y="1115568"/>
            <a:ext cx="283464" cy="27432"/>
          </a:xfrm>
          <a:prstGeom prst="rect">
            <a:avLst/>
          </a:prstGeom>
          <a:solidFill>
            <a:srgbClr val="708DE5"/>
          </a:solidFill>
          <a:ln w="12700">
            <a:solidFill>
              <a:srgbClr val="708D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38160" y="1115568"/>
            <a:ext cx="283464" cy="27432"/>
          </a:xfrm>
          <a:prstGeom prst="rect">
            <a:avLst/>
          </a:prstGeom>
          <a:solidFill>
            <a:srgbClr val="708FE5"/>
          </a:solidFill>
          <a:ln w="12700">
            <a:solidFill>
              <a:srgbClr val="708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12480" y="1115568"/>
            <a:ext cx="283464" cy="27432"/>
          </a:xfrm>
          <a:prstGeom prst="rect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1261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9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47472" y="1627632"/>
            <a:ext cx="4069080" cy="475488"/>
          </a:xfrm>
          <a:prstGeom prst="rect">
            <a:avLst/>
          </a:prstGeom>
          <a:solidFill>
            <a:srgbClr val="1B2C6B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47472" y="1627632"/>
            <a:ext cx="50292" cy="4754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9" name="Text 67"/>
          <p:cNvSpPr/>
          <p:nvPr/>
        </p:nvSpPr>
        <p:spPr>
          <a:xfrm>
            <a:off x="402336" y="162763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📂</a:t>
            </a:r>
            <a:endParaRPr lang="en-US" sz="1700" dirty="0"/>
          </a:p>
        </p:txBody>
      </p:sp>
      <p:sp>
        <p:nvSpPr>
          <p:cNvPr id="70" name="Text 68"/>
          <p:cNvSpPr/>
          <p:nvPr/>
        </p:nvSpPr>
        <p:spPr>
          <a:xfrm>
            <a:off x="877824" y="1673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77824" y="18836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55-career KB or uploaded CSV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8640" y="2103120"/>
            <a:ext cx="0" cy="54864"/>
          </a:xfrm>
          <a:prstGeom prst="line">
            <a:avLst/>
          </a:prstGeom>
          <a:noFill/>
          <a:ln w="12700">
            <a:solidFill>
              <a:srgbClr val="8697C4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347472" y="2176272"/>
            <a:ext cx="4069080" cy="475488"/>
          </a:xfrm>
          <a:prstGeom prst="rect">
            <a:avLst/>
          </a:prstGeom>
          <a:solidFill>
            <a:srgbClr val="1B2C6B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47472" y="2176272"/>
            <a:ext cx="50292" cy="475488"/>
          </a:xfrm>
          <a:prstGeom prst="rect">
            <a:avLst/>
          </a:prstGeom>
          <a:solidFill>
            <a:srgbClr val="7091E6"/>
          </a:solidFill>
          <a:ln/>
        </p:spPr>
      </p:sp>
      <p:sp>
        <p:nvSpPr>
          <p:cNvPr id="75" name="Text 73"/>
          <p:cNvSpPr/>
          <p:nvPr/>
        </p:nvSpPr>
        <p:spPr>
          <a:xfrm>
            <a:off x="402336" y="217627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🏷️</a:t>
            </a:r>
            <a:endParaRPr lang="en-US" sz="1700" dirty="0"/>
          </a:p>
        </p:txBody>
      </p:sp>
      <p:sp>
        <p:nvSpPr>
          <p:cNvPr id="76" name="Text 74"/>
          <p:cNvSpPr/>
          <p:nvPr/>
        </p:nvSpPr>
        <p:spPr>
          <a:xfrm>
            <a:off x="877824" y="2221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77824" y="24323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per column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48640" y="2651760"/>
            <a:ext cx="0" cy="54864"/>
          </a:xfrm>
          <a:prstGeom prst="line">
            <a:avLst/>
          </a:prstGeom>
          <a:noFill/>
          <a:ln w="12700">
            <a:solidFill>
              <a:srgbClr val="8697C4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347472" y="2724912"/>
            <a:ext cx="4069080" cy="475488"/>
          </a:xfrm>
          <a:prstGeom prst="rect">
            <a:avLst/>
          </a:prstGeom>
          <a:solidFill>
            <a:srgbClr val="1B2C6B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347472" y="2724912"/>
            <a:ext cx="50292" cy="475488"/>
          </a:xfrm>
          <a:prstGeom prst="rect">
            <a:avLst/>
          </a:prstGeom>
          <a:solidFill>
            <a:srgbClr val="6B5DD3"/>
          </a:solidFill>
          <a:ln/>
        </p:spPr>
      </p:sp>
      <p:sp>
        <p:nvSpPr>
          <p:cNvPr id="81" name="Text 79"/>
          <p:cNvSpPr/>
          <p:nvPr/>
        </p:nvSpPr>
        <p:spPr>
          <a:xfrm>
            <a:off x="402336" y="272491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⚡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877824" y="2770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877824" y="29809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Gaussian noise samples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48640" y="3200400"/>
            <a:ext cx="0" cy="54864"/>
          </a:xfrm>
          <a:prstGeom prst="line">
            <a:avLst/>
          </a:prstGeom>
          <a:noFill/>
          <a:ln w="12700">
            <a:solidFill>
              <a:srgbClr val="8697C4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347472" y="3273552"/>
            <a:ext cx="4069080" cy="475488"/>
          </a:xfrm>
          <a:prstGeom prst="rect">
            <a:avLst/>
          </a:prstGeom>
          <a:solidFill>
            <a:srgbClr val="1B2C6B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47472" y="3273552"/>
            <a:ext cx="50292" cy="4754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87" name="Text 85"/>
          <p:cNvSpPr/>
          <p:nvPr/>
        </p:nvSpPr>
        <p:spPr>
          <a:xfrm>
            <a:off x="402336" y="327355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📏</a:t>
            </a:r>
            <a:endParaRPr lang="en-US" sz="1700" dirty="0"/>
          </a:p>
        </p:txBody>
      </p:sp>
      <p:sp>
        <p:nvSpPr>
          <p:cNvPr id="88" name="Text 86"/>
          <p:cNvSpPr/>
          <p:nvPr/>
        </p:nvSpPr>
        <p:spPr>
          <a:xfrm>
            <a:off x="877824" y="3319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77824" y="35295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→ [0,1]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48640" y="3749040"/>
            <a:ext cx="0" cy="54864"/>
          </a:xfrm>
          <a:prstGeom prst="line">
            <a:avLst/>
          </a:prstGeom>
          <a:noFill/>
          <a:ln w="12700">
            <a:solidFill>
              <a:srgbClr val="8697C4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347472" y="3822192"/>
            <a:ext cx="4069080" cy="475488"/>
          </a:xfrm>
          <a:prstGeom prst="rect">
            <a:avLst/>
          </a:prstGeom>
          <a:solidFill>
            <a:srgbClr val="1B2C6B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347472" y="3822192"/>
            <a:ext cx="50292" cy="47548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93" name="Text 91"/>
          <p:cNvSpPr/>
          <p:nvPr/>
        </p:nvSpPr>
        <p:spPr>
          <a:xfrm>
            <a:off x="402336" y="382219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🌲</a:t>
            </a:r>
            <a:endParaRPr lang="en-US" sz="1700" dirty="0"/>
          </a:p>
        </p:txBody>
      </p:sp>
      <p:sp>
        <p:nvSpPr>
          <p:cNvPr id="94" name="Text 92"/>
          <p:cNvSpPr/>
          <p:nvPr/>
        </p:nvSpPr>
        <p:spPr>
          <a:xfrm>
            <a:off x="877824" y="38679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RF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77824" y="4078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depth 12, 80/20 split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48640" y="4297680"/>
            <a:ext cx="0" cy="54864"/>
          </a:xfrm>
          <a:prstGeom prst="line">
            <a:avLst/>
          </a:prstGeom>
          <a:noFill/>
          <a:ln w="12700">
            <a:solidFill>
              <a:srgbClr val="8697C4"/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347472" y="4370832"/>
            <a:ext cx="4069080" cy="475488"/>
          </a:xfrm>
          <a:prstGeom prst="rect">
            <a:avLst/>
          </a:prstGeom>
          <a:solidFill>
            <a:srgbClr val="1B2C6B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347472" y="4370832"/>
            <a:ext cx="50292" cy="475488"/>
          </a:xfrm>
          <a:prstGeom prst="rect">
            <a:avLst/>
          </a:prstGeom>
          <a:solidFill>
            <a:srgbClr val="F25C8A"/>
          </a:solidFill>
          <a:ln/>
        </p:spPr>
      </p:sp>
      <p:sp>
        <p:nvSpPr>
          <p:cNvPr id="99" name="Text 97"/>
          <p:cNvSpPr/>
          <p:nvPr/>
        </p:nvSpPr>
        <p:spPr>
          <a:xfrm>
            <a:off x="402336" y="437083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100" name="Text 98"/>
          <p:cNvSpPr/>
          <p:nvPr/>
        </p:nvSpPr>
        <p:spPr>
          <a:xfrm>
            <a:off x="877824" y="4416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877824" y="46268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+ test accuracy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709160" y="1261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9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Comparison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4709160" y="1627632"/>
            <a:ext cx="4160520" cy="530352"/>
          </a:xfrm>
          <a:prstGeom prst="rect">
            <a:avLst/>
          </a:prstGeom>
          <a:solidFill>
            <a:srgbClr val="1B2C6B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4782312" y="16824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Random Forest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7863840" y="16824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91.2%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4782312" y="1956816"/>
            <a:ext cx="3931920" cy="91440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4782312" y="1956816"/>
            <a:ext cx="3585911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4709160" y="2249424"/>
            <a:ext cx="4160520" cy="530352"/>
          </a:xfrm>
          <a:prstGeom prst="rect">
            <a:avLst/>
          </a:prstGeom>
          <a:solidFill>
            <a:srgbClr val="1B2C6B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4782312" y="23042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XGBoost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7863840" y="230428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5D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89.5%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4782312" y="2578608"/>
            <a:ext cx="3931920" cy="91440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4782312" y="2578608"/>
            <a:ext cx="3519068" cy="91440"/>
          </a:xfrm>
          <a:prstGeom prst="rect">
            <a:avLst/>
          </a:prstGeom>
          <a:solidFill>
            <a:srgbClr val="6B5DD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4709160" y="2871216"/>
            <a:ext cx="4160520" cy="530352"/>
          </a:xfrm>
          <a:prstGeom prst="rect">
            <a:avLst/>
          </a:prstGeom>
          <a:solidFill>
            <a:srgbClr val="1B2C6B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4782312" y="29260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Logistic Reg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7863840" y="29260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85.3%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782312" y="3200400"/>
            <a:ext cx="3931920" cy="91440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4782312" y="3200400"/>
            <a:ext cx="3353928" cy="9144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709160" y="3493008"/>
            <a:ext cx="4160520" cy="530352"/>
          </a:xfrm>
          <a:prstGeom prst="rect">
            <a:avLst/>
          </a:prstGeom>
          <a:solidFill>
            <a:srgbClr val="1B2C6B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4782312" y="3547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KNN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7863840" y="35478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81.7%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4782312" y="3822192"/>
            <a:ext cx="3931920" cy="91440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4782312" y="3822192"/>
            <a:ext cx="3212379" cy="914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23" name="Shape 121"/>
          <p:cNvSpPr/>
          <p:nvPr/>
        </p:nvSpPr>
        <p:spPr>
          <a:xfrm>
            <a:off x="4709160" y="4114800"/>
            <a:ext cx="4160520" cy="530352"/>
          </a:xfrm>
          <a:prstGeom prst="rect">
            <a:avLst/>
          </a:prstGeom>
          <a:solidFill>
            <a:srgbClr val="1B2C6B">
              <a:alpha val="8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4" name="Text 122"/>
          <p:cNvSpPr/>
          <p:nvPr/>
        </p:nvSpPr>
        <p:spPr>
          <a:xfrm>
            <a:off x="4782312" y="41696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Naive Bayes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7863840" y="41696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697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78.4%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4782312" y="4443984"/>
            <a:ext cx="3931920" cy="91440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4782312" y="4443984"/>
            <a:ext cx="3082625" cy="91440"/>
          </a:xfrm>
          <a:prstGeom prst="rect">
            <a:avLst/>
          </a:prstGeom>
          <a:solidFill>
            <a:srgbClr val="8697C4"/>
          </a:solidFill>
          <a:ln/>
        </p:spPr>
      </p:sp>
      <p:sp>
        <p:nvSpPr>
          <p:cNvPr id="128" name="Text 126"/>
          <p:cNvSpPr/>
          <p:nvPr/>
        </p:nvSpPr>
        <p:spPr>
          <a:xfrm>
            <a:off x="347472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Features:  Work-Life Balance · Creativity · Social · Remote · Income Priority · Risk Tolerance · Burnout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0" y="5010912"/>
            <a:ext cx="313944" cy="36576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04800" y="5010912"/>
            <a:ext cx="313944" cy="36576"/>
          </a:xfrm>
          <a:prstGeom prst="rect">
            <a:avLst/>
          </a:prstGeom>
          <a:solidFill>
            <a:srgbClr val="695DD1"/>
          </a:solidFill>
          <a:ln w="12700">
            <a:solidFill>
              <a:srgbClr val="695DD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09600" y="5010912"/>
            <a:ext cx="313944" cy="36576"/>
          </a:xfrm>
          <a:prstGeom prst="rect">
            <a:avLst/>
          </a:prstGeom>
          <a:solidFill>
            <a:srgbClr val="685CCF"/>
          </a:solidFill>
          <a:ln w="12700">
            <a:solidFill>
              <a:srgbClr val="685CC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14400" y="5010912"/>
            <a:ext cx="313944" cy="36576"/>
          </a:xfrm>
          <a:prstGeom prst="rect">
            <a:avLst/>
          </a:prstGeom>
          <a:solidFill>
            <a:srgbClr val="665CCE"/>
          </a:solidFill>
          <a:ln w="12700">
            <a:solidFill>
              <a:srgbClr val="665CC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219200" y="5010912"/>
            <a:ext cx="313944" cy="36576"/>
          </a:xfrm>
          <a:prstGeom prst="rect">
            <a:avLst/>
          </a:prstGeom>
          <a:solidFill>
            <a:srgbClr val="655BCC"/>
          </a:solidFill>
          <a:ln w="12700">
            <a:solidFill>
              <a:srgbClr val="655B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24000" y="5010912"/>
            <a:ext cx="313944" cy="36576"/>
          </a:xfrm>
          <a:prstGeom prst="rect">
            <a:avLst/>
          </a:prstGeom>
          <a:solidFill>
            <a:srgbClr val="635BCA"/>
          </a:solidFill>
          <a:ln w="12700">
            <a:solidFill>
              <a:srgbClr val="635BC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828800" y="5010912"/>
            <a:ext cx="313944" cy="36576"/>
          </a:xfrm>
          <a:prstGeom prst="rect">
            <a:avLst/>
          </a:prstGeom>
          <a:solidFill>
            <a:srgbClr val="615BC8"/>
          </a:solidFill>
          <a:ln w="12700">
            <a:solidFill>
              <a:srgbClr val="615BC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133600" y="5010912"/>
            <a:ext cx="313944" cy="36576"/>
          </a:xfrm>
          <a:prstGeom prst="rect">
            <a:avLst/>
          </a:prstGeom>
          <a:solidFill>
            <a:srgbClr val="605AC7"/>
          </a:solidFill>
          <a:ln w="12700">
            <a:solidFill>
              <a:srgbClr val="605AC7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438400" y="5010912"/>
            <a:ext cx="313944" cy="36576"/>
          </a:xfrm>
          <a:prstGeom prst="rect">
            <a:avLst/>
          </a:prstGeom>
          <a:solidFill>
            <a:srgbClr val="5E5AC5"/>
          </a:solidFill>
          <a:ln w="12700">
            <a:solidFill>
              <a:srgbClr val="5E5AC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0" y="5010912"/>
            <a:ext cx="313944" cy="36576"/>
          </a:xfrm>
          <a:prstGeom prst="rect">
            <a:avLst/>
          </a:prstGeom>
          <a:solidFill>
            <a:srgbClr val="5D5AC3"/>
          </a:solidFill>
          <a:ln w="12700">
            <a:solidFill>
              <a:srgbClr val="5D5AC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048000" y="5010912"/>
            <a:ext cx="313944" cy="36576"/>
          </a:xfrm>
          <a:prstGeom prst="rect">
            <a:avLst/>
          </a:prstGeom>
          <a:solidFill>
            <a:srgbClr val="5B59C1"/>
          </a:solidFill>
          <a:ln w="12700">
            <a:solidFill>
              <a:srgbClr val="5B59C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352800" y="5010912"/>
            <a:ext cx="313944" cy="36576"/>
          </a:xfrm>
          <a:prstGeom prst="rect">
            <a:avLst/>
          </a:prstGeom>
          <a:solidFill>
            <a:srgbClr val="5A59C0"/>
          </a:solidFill>
          <a:ln w="12700">
            <a:solidFill>
              <a:srgbClr val="5A59C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657600" y="5010912"/>
            <a:ext cx="313944" cy="36576"/>
          </a:xfrm>
          <a:prstGeom prst="rect">
            <a:avLst/>
          </a:prstGeom>
          <a:solidFill>
            <a:srgbClr val="5858BE"/>
          </a:solidFill>
          <a:ln w="12700">
            <a:solidFill>
              <a:srgbClr val="5858B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962400" y="5010912"/>
            <a:ext cx="313944" cy="36576"/>
          </a:xfrm>
          <a:prstGeom prst="rect">
            <a:avLst/>
          </a:prstGeom>
          <a:solidFill>
            <a:srgbClr val="5658BC"/>
          </a:solidFill>
          <a:ln w="12700">
            <a:solidFill>
              <a:srgbClr val="5658B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267200" y="5010912"/>
            <a:ext cx="313944" cy="36576"/>
          </a:xfrm>
          <a:prstGeom prst="rect">
            <a:avLst/>
          </a:prstGeom>
          <a:solidFill>
            <a:srgbClr val="5558BA"/>
          </a:solidFill>
          <a:ln w="12700">
            <a:solidFill>
              <a:srgbClr val="5558B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572000" y="5010912"/>
            <a:ext cx="313944" cy="36576"/>
          </a:xfrm>
          <a:prstGeom prst="rect">
            <a:avLst/>
          </a:prstGeom>
          <a:solidFill>
            <a:srgbClr val="5357B9"/>
          </a:solidFill>
          <a:ln w="12700">
            <a:solidFill>
              <a:srgbClr val="5357B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76800" y="5010912"/>
            <a:ext cx="313944" cy="36576"/>
          </a:xfrm>
          <a:prstGeom prst="rect">
            <a:avLst/>
          </a:prstGeom>
          <a:solidFill>
            <a:srgbClr val="5257B7"/>
          </a:solidFill>
          <a:ln w="12700">
            <a:solidFill>
              <a:srgbClr val="5257B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181600" y="5010912"/>
            <a:ext cx="313944" cy="36576"/>
          </a:xfrm>
          <a:prstGeom prst="rect">
            <a:avLst/>
          </a:prstGeom>
          <a:solidFill>
            <a:srgbClr val="5057B5"/>
          </a:solidFill>
          <a:ln w="12700">
            <a:solidFill>
              <a:srgbClr val="5057B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86400" y="5010912"/>
            <a:ext cx="313944" cy="36576"/>
          </a:xfrm>
          <a:prstGeom prst="rect">
            <a:avLst/>
          </a:prstGeom>
          <a:solidFill>
            <a:srgbClr val="4E56B3"/>
          </a:solidFill>
          <a:ln w="12700">
            <a:solidFill>
              <a:srgbClr val="4E56B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91200" y="5010912"/>
            <a:ext cx="313944" cy="36576"/>
          </a:xfrm>
          <a:prstGeom prst="rect">
            <a:avLst/>
          </a:prstGeom>
          <a:solidFill>
            <a:srgbClr val="4D56B2"/>
          </a:solidFill>
          <a:ln w="12700">
            <a:solidFill>
              <a:srgbClr val="4D56B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96000" y="5010912"/>
            <a:ext cx="313944" cy="36576"/>
          </a:xfrm>
          <a:prstGeom prst="rect">
            <a:avLst/>
          </a:prstGeom>
          <a:solidFill>
            <a:srgbClr val="4B55B0"/>
          </a:solidFill>
          <a:ln w="12700">
            <a:solidFill>
              <a:srgbClr val="4B55B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400800" y="5010912"/>
            <a:ext cx="313944" cy="36576"/>
          </a:xfrm>
          <a:prstGeom prst="rect">
            <a:avLst/>
          </a:prstGeom>
          <a:solidFill>
            <a:srgbClr val="4A55AE"/>
          </a:solidFill>
          <a:ln w="12700">
            <a:solidFill>
              <a:srgbClr val="4A55A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705600" y="5010912"/>
            <a:ext cx="313944" cy="36576"/>
          </a:xfrm>
          <a:prstGeom prst="rect">
            <a:avLst/>
          </a:prstGeom>
          <a:solidFill>
            <a:srgbClr val="4855AC"/>
          </a:solidFill>
          <a:ln w="12700">
            <a:solidFill>
              <a:srgbClr val="4855A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010400" y="5010912"/>
            <a:ext cx="313944" cy="36576"/>
          </a:xfrm>
          <a:prstGeom prst="rect">
            <a:avLst/>
          </a:prstGeom>
          <a:solidFill>
            <a:srgbClr val="4754AB"/>
          </a:solidFill>
          <a:ln w="12700">
            <a:solidFill>
              <a:srgbClr val="4754A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315200" y="5010912"/>
            <a:ext cx="313944" cy="36576"/>
          </a:xfrm>
          <a:prstGeom prst="rect">
            <a:avLst/>
          </a:prstGeom>
          <a:solidFill>
            <a:srgbClr val="4554A9"/>
          </a:solidFill>
          <a:ln w="12700">
            <a:solidFill>
              <a:srgbClr val="4554A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620000" y="5010912"/>
            <a:ext cx="313944" cy="36576"/>
          </a:xfrm>
          <a:prstGeom prst="rect">
            <a:avLst/>
          </a:prstGeom>
          <a:solidFill>
            <a:srgbClr val="4354A7"/>
          </a:solidFill>
          <a:ln w="12700">
            <a:solidFill>
              <a:srgbClr val="4354A7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924800" y="5010912"/>
            <a:ext cx="313944" cy="36576"/>
          </a:xfrm>
          <a:prstGeom prst="rect">
            <a:avLst/>
          </a:prstGeom>
          <a:solidFill>
            <a:srgbClr val="4253A5"/>
          </a:solidFill>
          <a:ln w="12700">
            <a:solidFill>
              <a:srgbClr val="4253A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229600" y="5010912"/>
            <a:ext cx="313944" cy="36576"/>
          </a:xfrm>
          <a:prstGeom prst="rect">
            <a:avLst/>
          </a:prstGeom>
          <a:solidFill>
            <a:srgbClr val="4053A4"/>
          </a:solidFill>
          <a:ln w="12700">
            <a:solidFill>
              <a:srgbClr val="4053A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534400" y="5010912"/>
            <a:ext cx="313944" cy="36576"/>
          </a:xfrm>
          <a:prstGeom prst="rect">
            <a:avLst/>
          </a:prstGeom>
          <a:solidFill>
            <a:srgbClr val="3F52A2"/>
          </a:solidFill>
          <a:ln w="12700">
            <a:solidFill>
              <a:srgbClr val="3F52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839200" y="5010912"/>
            <a:ext cx="313944" cy="3657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914400"/>
            <a:ext cx="5486400" cy="5486400"/>
          </a:xfrm>
          <a:prstGeom prst="ellipse">
            <a:avLst/>
          </a:prstGeom>
          <a:solidFill>
            <a:srgbClr val="F25C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3944" cy="50292"/>
          </a:xfrm>
          <a:prstGeom prst="rect">
            <a:avLst/>
          </a:prstGeom>
          <a:solidFill>
            <a:srgbClr val="F25C8A"/>
          </a:solidFill>
          <a:ln w="12700">
            <a:solidFill>
              <a:srgbClr val="F25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" y="0"/>
            <a:ext cx="313944" cy="50292"/>
          </a:xfrm>
          <a:prstGeom prst="rect">
            <a:avLst/>
          </a:prstGeom>
          <a:solidFill>
            <a:srgbClr val="ED5C8D"/>
          </a:solidFill>
          <a:ln w="12700">
            <a:solidFill>
              <a:srgbClr val="ED5C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0"/>
            <a:ext cx="313944" cy="50292"/>
          </a:xfrm>
          <a:prstGeom prst="rect">
            <a:avLst/>
          </a:prstGeom>
          <a:solidFill>
            <a:srgbClr val="E95C8F"/>
          </a:solidFill>
          <a:ln w="12700">
            <a:solidFill>
              <a:srgbClr val="E95C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313944" cy="50292"/>
          </a:xfrm>
          <a:prstGeom prst="rect">
            <a:avLst/>
          </a:prstGeom>
          <a:solidFill>
            <a:srgbClr val="E45C92"/>
          </a:solidFill>
          <a:ln w="12700">
            <a:solidFill>
              <a:srgbClr val="E45C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0"/>
            <a:ext cx="313944" cy="50292"/>
          </a:xfrm>
          <a:prstGeom prst="rect">
            <a:avLst/>
          </a:prstGeom>
          <a:solidFill>
            <a:srgbClr val="DF5C94"/>
          </a:solidFill>
          <a:ln w="12700">
            <a:solidFill>
              <a:srgbClr val="DF5C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4000" y="0"/>
            <a:ext cx="313944" cy="50292"/>
          </a:xfrm>
          <a:prstGeom prst="rect">
            <a:avLst/>
          </a:prstGeom>
          <a:solidFill>
            <a:srgbClr val="DB5C97"/>
          </a:solidFill>
          <a:ln w="12700">
            <a:solidFill>
              <a:srgbClr val="DB5C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0"/>
            <a:ext cx="313944" cy="50292"/>
          </a:xfrm>
          <a:prstGeom prst="rect">
            <a:avLst/>
          </a:prstGeom>
          <a:solidFill>
            <a:srgbClr val="D65C99"/>
          </a:solidFill>
          <a:ln w="12700">
            <a:solidFill>
              <a:srgbClr val="D65C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3600" y="0"/>
            <a:ext cx="313944" cy="50292"/>
          </a:xfrm>
          <a:prstGeom prst="rect">
            <a:avLst/>
          </a:prstGeom>
          <a:solidFill>
            <a:srgbClr val="D15C9C"/>
          </a:solidFill>
          <a:ln w="12700">
            <a:solidFill>
              <a:srgbClr val="D15C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8400" y="0"/>
            <a:ext cx="313944" cy="50292"/>
          </a:xfrm>
          <a:prstGeom prst="rect">
            <a:avLst/>
          </a:prstGeom>
          <a:solidFill>
            <a:srgbClr val="CD5C9E"/>
          </a:solidFill>
          <a:ln w="12700">
            <a:solidFill>
              <a:srgbClr val="CD5C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0"/>
            <a:ext cx="313944" cy="50292"/>
          </a:xfrm>
          <a:prstGeom prst="rect">
            <a:avLst/>
          </a:prstGeom>
          <a:solidFill>
            <a:srgbClr val="C85CA1"/>
          </a:solidFill>
          <a:ln w="12700">
            <a:solidFill>
              <a:srgbClr val="C85C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8000" y="0"/>
            <a:ext cx="313944" cy="50292"/>
          </a:xfrm>
          <a:prstGeom prst="rect">
            <a:avLst/>
          </a:prstGeom>
          <a:solidFill>
            <a:srgbClr val="C35CA3"/>
          </a:solidFill>
          <a:ln w="12700">
            <a:solidFill>
              <a:srgbClr val="C35C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2800" y="0"/>
            <a:ext cx="313944" cy="50292"/>
          </a:xfrm>
          <a:prstGeom prst="rect">
            <a:avLst/>
          </a:prstGeom>
          <a:solidFill>
            <a:srgbClr val="BF5CA6"/>
          </a:solidFill>
          <a:ln w="12700">
            <a:solidFill>
              <a:srgbClr val="BF5C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0"/>
            <a:ext cx="313944" cy="50292"/>
          </a:xfrm>
          <a:prstGeom prst="rect">
            <a:avLst/>
          </a:prstGeom>
          <a:solidFill>
            <a:srgbClr val="BA5CA8"/>
          </a:solidFill>
          <a:ln w="12700">
            <a:solidFill>
              <a:srgbClr val="BA5C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2400" y="0"/>
            <a:ext cx="313944" cy="50292"/>
          </a:xfrm>
          <a:prstGeom prst="rect">
            <a:avLst/>
          </a:prstGeom>
          <a:solidFill>
            <a:srgbClr val="B55CAB"/>
          </a:solidFill>
          <a:ln w="12700">
            <a:solidFill>
              <a:srgbClr val="B55C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7200" y="0"/>
            <a:ext cx="313944" cy="50292"/>
          </a:xfrm>
          <a:prstGeom prst="rect">
            <a:avLst/>
          </a:prstGeom>
          <a:solidFill>
            <a:srgbClr val="B15CAD"/>
          </a:solidFill>
          <a:ln w="12700">
            <a:solidFill>
              <a:srgbClr val="B15C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0"/>
            <a:ext cx="313944" cy="50292"/>
          </a:xfrm>
          <a:prstGeom prst="rect">
            <a:avLst/>
          </a:prstGeom>
          <a:solidFill>
            <a:srgbClr val="AC5DB0"/>
          </a:solidFill>
          <a:ln w="12700">
            <a:solidFill>
              <a:srgbClr val="AC5D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76800" y="0"/>
            <a:ext cx="313944" cy="50292"/>
          </a:xfrm>
          <a:prstGeom prst="rect">
            <a:avLst/>
          </a:prstGeom>
          <a:solidFill>
            <a:srgbClr val="A85DB2"/>
          </a:solidFill>
          <a:ln w="12700">
            <a:solidFill>
              <a:srgbClr val="A85D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1600" y="0"/>
            <a:ext cx="313944" cy="50292"/>
          </a:xfrm>
          <a:prstGeom prst="rect">
            <a:avLst/>
          </a:prstGeom>
          <a:solidFill>
            <a:srgbClr val="A35DB5"/>
          </a:solidFill>
          <a:ln w="12700">
            <a:solidFill>
              <a:srgbClr val="A35D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0"/>
            <a:ext cx="313944" cy="50292"/>
          </a:xfrm>
          <a:prstGeom prst="rect">
            <a:avLst/>
          </a:prstGeom>
          <a:solidFill>
            <a:srgbClr val="9E5DB7"/>
          </a:solidFill>
          <a:ln w="12700">
            <a:solidFill>
              <a:srgbClr val="9E5D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91200" y="0"/>
            <a:ext cx="313944" cy="50292"/>
          </a:xfrm>
          <a:prstGeom prst="rect">
            <a:avLst/>
          </a:prstGeom>
          <a:solidFill>
            <a:srgbClr val="9A5DBA"/>
          </a:solidFill>
          <a:ln w="12700">
            <a:solidFill>
              <a:srgbClr val="9A5DB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6000" y="0"/>
            <a:ext cx="313944" cy="50292"/>
          </a:xfrm>
          <a:prstGeom prst="rect">
            <a:avLst/>
          </a:prstGeom>
          <a:solidFill>
            <a:srgbClr val="955DBC"/>
          </a:solidFill>
          <a:ln w="12700">
            <a:solidFill>
              <a:srgbClr val="955D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0"/>
            <a:ext cx="313944" cy="50292"/>
          </a:xfrm>
          <a:prstGeom prst="rect">
            <a:avLst/>
          </a:prstGeom>
          <a:solidFill>
            <a:srgbClr val="905DBF"/>
          </a:solidFill>
          <a:ln w="12700">
            <a:solidFill>
              <a:srgbClr val="905D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05600" y="0"/>
            <a:ext cx="313944" cy="50292"/>
          </a:xfrm>
          <a:prstGeom prst="rect">
            <a:avLst/>
          </a:prstGeom>
          <a:solidFill>
            <a:srgbClr val="8C5DC1"/>
          </a:solidFill>
          <a:ln w="12700">
            <a:solidFill>
              <a:srgbClr val="8C5D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10400" y="0"/>
            <a:ext cx="313944" cy="50292"/>
          </a:xfrm>
          <a:prstGeom prst="rect">
            <a:avLst/>
          </a:prstGeom>
          <a:solidFill>
            <a:srgbClr val="875DC4"/>
          </a:solidFill>
          <a:ln w="12700">
            <a:solidFill>
              <a:srgbClr val="875D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0"/>
            <a:ext cx="313944" cy="50292"/>
          </a:xfrm>
          <a:prstGeom prst="rect">
            <a:avLst/>
          </a:prstGeom>
          <a:solidFill>
            <a:srgbClr val="825DC6"/>
          </a:solidFill>
          <a:ln w="12700">
            <a:solidFill>
              <a:srgbClr val="825DC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0000" y="0"/>
            <a:ext cx="313944" cy="50292"/>
          </a:xfrm>
          <a:prstGeom prst="rect">
            <a:avLst/>
          </a:prstGeom>
          <a:solidFill>
            <a:srgbClr val="7E5DC9"/>
          </a:solidFill>
          <a:ln w="12700">
            <a:solidFill>
              <a:srgbClr val="7E5D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24800" y="0"/>
            <a:ext cx="313944" cy="50292"/>
          </a:xfrm>
          <a:prstGeom prst="rect">
            <a:avLst/>
          </a:prstGeom>
          <a:solidFill>
            <a:srgbClr val="795DCB"/>
          </a:solidFill>
          <a:ln w="12700">
            <a:solidFill>
              <a:srgbClr val="795DC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0"/>
            <a:ext cx="313944" cy="50292"/>
          </a:xfrm>
          <a:prstGeom prst="rect">
            <a:avLst/>
          </a:prstGeom>
          <a:solidFill>
            <a:srgbClr val="745DCE"/>
          </a:solidFill>
          <a:ln w="12700">
            <a:solidFill>
              <a:srgbClr val="745D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34400" y="0"/>
            <a:ext cx="313944" cy="50292"/>
          </a:xfrm>
          <a:prstGeom prst="rect">
            <a:avLst/>
          </a:prstGeom>
          <a:solidFill>
            <a:srgbClr val="705DD0"/>
          </a:solidFill>
          <a:ln w="12700">
            <a:solidFill>
              <a:srgbClr val="705D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39200" y="0"/>
            <a:ext cx="313944" cy="5029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2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Walkthrough — 8 Modules</a:t>
            </a:r>
            <a:endParaRPr lang="en-US" sz="2900" dirty="0"/>
          </a:p>
        </p:txBody>
      </p:sp>
      <p:sp>
        <p:nvSpPr>
          <p:cNvPr id="35" name="Shape 33"/>
          <p:cNvSpPr/>
          <p:nvPr/>
        </p:nvSpPr>
        <p:spPr>
          <a:xfrm>
            <a:off x="457200" y="1115568"/>
            <a:ext cx="283464" cy="27432"/>
          </a:xfrm>
          <a:prstGeom prst="rect">
            <a:avLst/>
          </a:prstGeom>
          <a:solidFill>
            <a:srgbClr val="F25C8A"/>
          </a:solidFill>
          <a:ln w="12700">
            <a:solidFill>
              <a:srgbClr val="F25C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1115568"/>
            <a:ext cx="283464" cy="27432"/>
          </a:xfrm>
          <a:prstGeom prst="rect">
            <a:avLst/>
          </a:prstGeom>
          <a:solidFill>
            <a:srgbClr val="ED5C8D"/>
          </a:solidFill>
          <a:ln w="12700">
            <a:solidFill>
              <a:srgbClr val="ED5C8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1115568"/>
            <a:ext cx="283464" cy="27432"/>
          </a:xfrm>
          <a:prstGeom prst="rect">
            <a:avLst/>
          </a:prstGeom>
          <a:solidFill>
            <a:srgbClr val="E95C8F"/>
          </a:solidFill>
          <a:ln w="12700">
            <a:solidFill>
              <a:srgbClr val="E95C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80160" y="1115568"/>
            <a:ext cx="283464" cy="27432"/>
          </a:xfrm>
          <a:prstGeom prst="rect">
            <a:avLst/>
          </a:prstGeom>
          <a:solidFill>
            <a:srgbClr val="E45C92"/>
          </a:solidFill>
          <a:ln w="12700">
            <a:solidFill>
              <a:srgbClr val="E45C9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54480" y="1115568"/>
            <a:ext cx="283464" cy="27432"/>
          </a:xfrm>
          <a:prstGeom prst="rect">
            <a:avLst/>
          </a:prstGeom>
          <a:solidFill>
            <a:srgbClr val="DF5C94"/>
          </a:solidFill>
          <a:ln w="12700">
            <a:solidFill>
              <a:srgbClr val="DF5C9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0" y="1115568"/>
            <a:ext cx="283464" cy="27432"/>
          </a:xfrm>
          <a:prstGeom prst="rect">
            <a:avLst/>
          </a:prstGeom>
          <a:solidFill>
            <a:srgbClr val="DB5C97"/>
          </a:solidFill>
          <a:ln w="12700">
            <a:solidFill>
              <a:srgbClr val="DB5C9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03120" y="1115568"/>
            <a:ext cx="283464" cy="27432"/>
          </a:xfrm>
          <a:prstGeom prst="rect">
            <a:avLst/>
          </a:prstGeom>
          <a:solidFill>
            <a:srgbClr val="D65C99"/>
          </a:solidFill>
          <a:ln w="12700">
            <a:solidFill>
              <a:srgbClr val="D65C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77440" y="1115568"/>
            <a:ext cx="283464" cy="27432"/>
          </a:xfrm>
          <a:prstGeom prst="rect">
            <a:avLst/>
          </a:prstGeom>
          <a:solidFill>
            <a:srgbClr val="D15C9C"/>
          </a:solidFill>
          <a:ln w="12700">
            <a:solidFill>
              <a:srgbClr val="D15C9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51760" y="1115568"/>
            <a:ext cx="283464" cy="27432"/>
          </a:xfrm>
          <a:prstGeom prst="rect">
            <a:avLst/>
          </a:prstGeom>
          <a:solidFill>
            <a:srgbClr val="CD5C9E"/>
          </a:solidFill>
          <a:ln w="12700">
            <a:solidFill>
              <a:srgbClr val="CD5C9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1115568"/>
            <a:ext cx="283464" cy="27432"/>
          </a:xfrm>
          <a:prstGeom prst="rect">
            <a:avLst/>
          </a:prstGeom>
          <a:solidFill>
            <a:srgbClr val="C85CA1"/>
          </a:solidFill>
          <a:ln w="12700">
            <a:solidFill>
              <a:srgbClr val="C85CA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1115568"/>
            <a:ext cx="283464" cy="27432"/>
          </a:xfrm>
          <a:prstGeom prst="rect">
            <a:avLst/>
          </a:prstGeom>
          <a:solidFill>
            <a:srgbClr val="C35CA3"/>
          </a:solidFill>
          <a:ln w="12700">
            <a:solidFill>
              <a:srgbClr val="C35CA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0" y="1115568"/>
            <a:ext cx="283464" cy="27432"/>
          </a:xfrm>
          <a:prstGeom prst="rect">
            <a:avLst/>
          </a:prstGeom>
          <a:solidFill>
            <a:srgbClr val="BF5CA6"/>
          </a:solidFill>
          <a:ln w="12700">
            <a:solidFill>
              <a:srgbClr val="BF5CA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49040" y="1115568"/>
            <a:ext cx="283464" cy="27432"/>
          </a:xfrm>
          <a:prstGeom prst="rect">
            <a:avLst/>
          </a:prstGeom>
          <a:solidFill>
            <a:srgbClr val="BA5CA8"/>
          </a:solidFill>
          <a:ln w="12700">
            <a:solidFill>
              <a:srgbClr val="BA5C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1115568"/>
            <a:ext cx="283464" cy="27432"/>
          </a:xfrm>
          <a:prstGeom prst="rect">
            <a:avLst/>
          </a:prstGeom>
          <a:solidFill>
            <a:srgbClr val="B55CAB"/>
          </a:solidFill>
          <a:ln w="12700">
            <a:solidFill>
              <a:srgbClr val="B55CA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97680" y="1115568"/>
            <a:ext cx="283464" cy="27432"/>
          </a:xfrm>
          <a:prstGeom prst="rect">
            <a:avLst/>
          </a:prstGeom>
          <a:solidFill>
            <a:srgbClr val="B15CAD"/>
          </a:solidFill>
          <a:ln w="12700">
            <a:solidFill>
              <a:srgbClr val="B15CA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1115568"/>
            <a:ext cx="283464" cy="27432"/>
          </a:xfrm>
          <a:prstGeom prst="rect">
            <a:avLst/>
          </a:prstGeom>
          <a:solidFill>
            <a:srgbClr val="AC5DB0"/>
          </a:solidFill>
          <a:ln w="12700">
            <a:solidFill>
              <a:srgbClr val="AC5D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1115568"/>
            <a:ext cx="283464" cy="27432"/>
          </a:xfrm>
          <a:prstGeom prst="rect">
            <a:avLst/>
          </a:prstGeom>
          <a:solidFill>
            <a:srgbClr val="A85DB2"/>
          </a:solidFill>
          <a:ln w="12700">
            <a:solidFill>
              <a:srgbClr val="A85DB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20640" y="1115568"/>
            <a:ext cx="283464" cy="27432"/>
          </a:xfrm>
          <a:prstGeom prst="rect">
            <a:avLst/>
          </a:prstGeom>
          <a:solidFill>
            <a:srgbClr val="A35DB5"/>
          </a:solidFill>
          <a:ln w="12700">
            <a:solidFill>
              <a:srgbClr val="A35D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94960" y="1115568"/>
            <a:ext cx="283464" cy="27432"/>
          </a:xfrm>
          <a:prstGeom prst="rect">
            <a:avLst/>
          </a:prstGeom>
          <a:solidFill>
            <a:srgbClr val="9E5DB7"/>
          </a:solidFill>
          <a:ln w="12700">
            <a:solidFill>
              <a:srgbClr val="9E5DB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69280" y="1115568"/>
            <a:ext cx="283464" cy="27432"/>
          </a:xfrm>
          <a:prstGeom prst="rect">
            <a:avLst/>
          </a:prstGeom>
          <a:solidFill>
            <a:srgbClr val="9A5DBA"/>
          </a:solidFill>
          <a:ln w="12700">
            <a:solidFill>
              <a:srgbClr val="9A5DB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0" y="1115568"/>
            <a:ext cx="283464" cy="27432"/>
          </a:xfrm>
          <a:prstGeom prst="rect">
            <a:avLst/>
          </a:prstGeom>
          <a:solidFill>
            <a:srgbClr val="955DBC"/>
          </a:solidFill>
          <a:ln w="12700">
            <a:solidFill>
              <a:srgbClr val="955DB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17920" y="1115568"/>
            <a:ext cx="283464" cy="27432"/>
          </a:xfrm>
          <a:prstGeom prst="rect">
            <a:avLst/>
          </a:prstGeom>
          <a:solidFill>
            <a:srgbClr val="905DBF"/>
          </a:solidFill>
          <a:ln w="12700">
            <a:solidFill>
              <a:srgbClr val="905D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92240" y="1115568"/>
            <a:ext cx="283464" cy="27432"/>
          </a:xfrm>
          <a:prstGeom prst="rect">
            <a:avLst/>
          </a:prstGeom>
          <a:solidFill>
            <a:srgbClr val="8C5DC1"/>
          </a:solidFill>
          <a:ln w="12700">
            <a:solidFill>
              <a:srgbClr val="8C5DC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66560" y="1115568"/>
            <a:ext cx="283464" cy="27432"/>
          </a:xfrm>
          <a:prstGeom prst="rect">
            <a:avLst/>
          </a:prstGeom>
          <a:solidFill>
            <a:srgbClr val="875DC4"/>
          </a:solidFill>
          <a:ln w="12700">
            <a:solidFill>
              <a:srgbClr val="875D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40880" y="1115568"/>
            <a:ext cx="283464" cy="27432"/>
          </a:xfrm>
          <a:prstGeom prst="rect">
            <a:avLst/>
          </a:prstGeom>
          <a:solidFill>
            <a:srgbClr val="825DC6"/>
          </a:solidFill>
          <a:ln w="12700">
            <a:solidFill>
              <a:srgbClr val="825DC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15200" y="1115568"/>
            <a:ext cx="283464" cy="27432"/>
          </a:xfrm>
          <a:prstGeom prst="rect">
            <a:avLst/>
          </a:prstGeom>
          <a:solidFill>
            <a:srgbClr val="7E5DC9"/>
          </a:solidFill>
          <a:ln w="12700">
            <a:solidFill>
              <a:srgbClr val="7E5DC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89520" y="1115568"/>
            <a:ext cx="283464" cy="27432"/>
          </a:xfrm>
          <a:prstGeom prst="rect">
            <a:avLst/>
          </a:prstGeom>
          <a:solidFill>
            <a:srgbClr val="795DCB"/>
          </a:solidFill>
          <a:ln w="12700">
            <a:solidFill>
              <a:srgbClr val="795DC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63840" y="1115568"/>
            <a:ext cx="283464" cy="27432"/>
          </a:xfrm>
          <a:prstGeom prst="rect">
            <a:avLst/>
          </a:prstGeom>
          <a:solidFill>
            <a:srgbClr val="745DCE"/>
          </a:solidFill>
          <a:ln w="12700">
            <a:solidFill>
              <a:srgbClr val="745DC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38160" y="1115568"/>
            <a:ext cx="283464" cy="27432"/>
          </a:xfrm>
          <a:prstGeom prst="rect">
            <a:avLst/>
          </a:prstGeom>
          <a:solidFill>
            <a:srgbClr val="705DD0"/>
          </a:solidFill>
          <a:ln w="12700">
            <a:solidFill>
              <a:srgbClr val="705D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12480" y="1115568"/>
            <a:ext cx="283464" cy="2743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47472" y="1298448"/>
            <a:ext cx="2011680" cy="1627632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47472" y="1298448"/>
            <a:ext cx="2011680" cy="347472"/>
          </a:xfrm>
          <a:prstGeom prst="rect">
            <a:avLst/>
          </a:prstGeom>
          <a:solidFill>
            <a:srgbClr val="00D4FF">
              <a:alpha val="7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47472" y="1298448"/>
            <a:ext cx="201168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8" name="Text 66"/>
          <p:cNvSpPr/>
          <p:nvPr/>
        </p:nvSpPr>
        <p:spPr>
          <a:xfrm>
            <a:off x="420624" y="129844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Landing Page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420624" y="170078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Hero banner + animated image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20624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Glass morphism feature cards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20624" y="228600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About page &amp; team section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20624" y="257860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Login / Register modal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523744" y="1298448"/>
            <a:ext cx="2011680" cy="1627632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523744" y="1298448"/>
            <a:ext cx="2011680" cy="347472"/>
          </a:xfrm>
          <a:prstGeom prst="rect">
            <a:avLst/>
          </a:prstGeom>
          <a:solidFill>
            <a:srgbClr val="7091E6">
              <a:alpha val="7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2523744" y="1298448"/>
            <a:ext cx="2011680" cy="45720"/>
          </a:xfrm>
          <a:prstGeom prst="rect">
            <a:avLst/>
          </a:prstGeom>
          <a:solidFill>
            <a:srgbClr val="7091E6"/>
          </a:solidFill>
          <a:ln/>
        </p:spPr>
      </p:sp>
      <p:sp>
        <p:nvSpPr>
          <p:cNvPr id="76" name="Text 74"/>
          <p:cNvSpPr/>
          <p:nvPr/>
        </p:nvSpPr>
        <p:spPr>
          <a:xfrm>
            <a:off x="2596896" y="129844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Profile Builder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2596896" y="170078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Academic level &amp; age input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596896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Interest sliders (1-10 scale)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596896" y="228600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Personality assessment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2596896" y="257860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Preference configurator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700016" y="1298448"/>
            <a:ext cx="2011680" cy="1627632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4700016" y="1298448"/>
            <a:ext cx="2011680" cy="347472"/>
          </a:xfrm>
          <a:prstGeom prst="rect">
            <a:avLst/>
          </a:prstGeom>
          <a:solidFill>
            <a:srgbClr val="6B5DD3">
              <a:alpha val="7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4700016" y="1298448"/>
            <a:ext cx="2011680" cy="45720"/>
          </a:xfrm>
          <a:prstGeom prst="rect">
            <a:avLst/>
          </a:prstGeom>
          <a:solidFill>
            <a:srgbClr val="6B5DD3"/>
          </a:solidFill>
          <a:ln/>
        </p:spPr>
      </p:sp>
      <p:sp>
        <p:nvSpPr>
          <p:cNvPr id="84" name="Text 82"/>
          <p:cNvSpPr/>
          <p:nvPr/>
        </p:nvSpPr>
        <p:spPr>
          <a:xfrm>
            <a:off x="4773168" y="129844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Career Matches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4773168" y="170078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Top 5 ranked career cards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773168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Score progress bars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773168" y="228600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Burnout warning flags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773168" y="257860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1-click roadmap generation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876288" y="1298448"/>
            <a:ext cx="2011680" cy="1627632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876288" y="1298448"/>
            <a:ext cx="2011680" cy="347472"/>
          </a:xfrm>
          <a:prstGeom prst="rect">
            <a:avLst/>
          </a:prstGeom>
          <a:solidFill>
            <a:srgbClr val="F0B429">
              <a:alpha val="7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6876288" y="1298448"/>
            <a:ext cx="2011680" cy="457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92" name="Text 90"/>
          <p:cNvSpPr/>
          <p:nvPr/>
        </p:nvSpPr>
        <p:spPr>
          <a:xfrm>
            <a:off x="6949440" y="129844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Skill Roadmap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6949440" y="170078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or custom career path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949440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Phase-by-phase milestones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949440" y="228600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Skill chips &amp; timeline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949440" y="257860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Groq LLM generated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" y="3072384"/>
            <a:ext cx="2011680" cy="1627632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347472" y="3072384"/>
            <a:ext cx="2011680" cy="347472"/>
          </a:xfrm>
          <a:prstGeom prst="rect">
            <a:avLst/>
          </a:prstGeom>
          <a:solidFill>
            <a:srgbClr val="00E5A0">
              <a:alpha val="7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347472" y="3072384"/>
            <a:ext cx="201168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00" name="Text 98"/>
          <p:cNvSpPr/>
          <p:nvPr/>
        </p:nvSpPr>
        <p:spPr>
          <a:xfrm>
            <a:off x="420624" y="30723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Institute Finder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420624" y="347472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Wikipedia scraping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20624" y="376732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Filter: career/city/fee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420624" y="405993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Ranking &amp; scholarship info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420624" y="435254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Direct website links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523744" y="3072384"/>
            <a:ext cx="2011680" cy="1627632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2523744" y="3072384"/>
            <a:ext cx="2011680" cy="347472"/>
          </a:xfrm>
          <a:prstGeom prst="rect">
            <a:avLst/>
          </a:prstGeom>
          <a:solidFill>
            <a:srgbClr val="F25C8A">
              <a:alpha val="78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2523744" y="3072384"/>
            <a:ext cx="2011680" cy="45720"/>
          </a:xfrm>
          <a:prstGeom prst="rect">
            <a:avLst/>
          </a:prstGeom>
          <a:solidFill>
            <a:srgbClr val="F25C8A"/>
          </a:solidFill>
          <a:ln/>
        </p:spPr>
      </p:sp>
      <p:sp>
        <p:nvSpPr>
          <p:cNvPr id="108" name="Text 106"/>
          <p:cNvSpPr/>
          <p:nvPr/>
        </p:nvSpPr>
        <p:spPr>
          <a:xfrm>
            <a:off x="2596896" y="30723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Resume Analyzer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2596896" y="347472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PDF &amp; DOCX upload support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2596896" y="376732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strengths &amp; gap analysis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2596896" y="405993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Resume score out of 100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2596896" y="435254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 immediate action items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700016" y="3072384"/>
            <a:ext cx="2011680" cy="1627632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4700016" y="3072384"/>
            <a:ext cx="2011680" cy="347472"/>
          </a:xfrm>
          <a:prstGeom prst="rect">
            <a:avLst/>
          </a:prstGeom>
          <a:solidFill>
            <a:srgbClr val="7091E6">
              <a:alpha val="78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4700016" y="3072384"/>
            <a:ext cx="2011680" cy="45720"/>
          </a:xfrm>
          <a:prstGeom prst="rect">
            <a:avLst/>
          </a:prstGeom>
          <a:solidFill>
            <a:srgbClr val="7091E6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73168" y="30723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AI Advisor Chat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4773168" y="347472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Groq LLaMA 3 powered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4773168" y="376732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Persona-aware responses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4773168" y="405993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chat history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4773168" y="435254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Quick question shortcuts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6876288" y="3072384"/>
            <a:ext cx="2011680" cy="1627632"/>
          </a:xfrm>
          <a:prstGeom prst="rect">
            <a:avLst/>
          </a:prstGeom>
          <a:solidFill>
            <a:srgbClr val="080C1A">
              <a:alpha val="90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6876288" y="3072384"/>
            <a:ext cx="2011680" cy="347472"/>
          </a:xfrm>
          <a:prstGeom prst="rect">
            <a:avLst/>
          </a:prstGeom>
          <a:solidFill>
            <a:srgbClr val="6B5DD3">
              <a:alpha val="78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6876288" y="3072384"/>
            <a:ext cx="2011680" cy="45720"/>
          </a:xfrm>
          <a:prstGeom prst="rect">
            <a:avLst/>
          </a:prstGeom>
          <a:solidFill>
            <a:srgbClr val="6B5DD3"/>
          </a:solidFill>
          <a:ln/>
        </p:spPr>
      </p:sp>
      <p:sp>
        <p:nvSpPr>
          <p:cNvPr id="124" name="Text 122"/>
          <p:cNvSpPr/>
          <p:nvPr/>
        </p:nvSpPr>
        <p:spPr>
          <a:xfrm>
            <a:off x="6949440" y="30723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 Training</a:t>
            </a:r>
            <a:endParaRPr lang="en-US" sz="1050" dirty="0"/>
          </a:p>
        </p:txBody>
      </p:sp>
      <p:sp>
        <p:nvSpPr>
          <p:cNvPr id="125" name="Text 123"/>
          <p:cNvSpPr/>
          <p:nvPr/>
        </p:nvSpPr>
        <p:spPr>
          <a:xfrm>
            <a:off x="6949440" y="347472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Upload student CSV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6949440" y="376732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 5 ML algorithms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949440" y="405993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Accuracy comparison bars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6949440" y="435254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career predictor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0" y="5010912"/>
            <a:ext cx="313944" cy="36576"/>
          </a:xfrm>
          <a:prstGeom prst="rect">
            <a:avLst/>
          </a:prstGeom>
          <a:solidFill>
            <a:srgbClr val="F25C8A"/>
          </a:solidFill>
          <a:ln w="12700">
            <a:solidFill>
              <a:srgbClr val="F25C8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04800" y="5010912"/>
            <a:ext cx="313944" cy="36576"/>
          </a:xfrm>
          <a:prstGeom prst="rect">
            <a:avLst/>
          </a:prstGeom>
          <a:solidFill>
            <a:srgbClr val="ED5C8D"/>
          </a:solidFill>
          <a:ln w="12700">
            <a:solidFill>
              <a:srgbClr val="ED5C8D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09600" y="5010912"/>
            <a:ext cx="313944" cy="36576"/>
          </a:xfrm>
          <a:prstGeom prst="rect">
            <a:avLst/>
          </a:prstGeom>
          <a:solidFill>
            <a:srgbClr val="E95C8F"/>
          </a:solidFill>
          <a:ln w="12700">
            <a:solidFill>
              <a:srgbClr val="E95C8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14400" y="5010912"/>
            <a:ext cx="313944" cy="36576"/>
          </a:xfrm>
          <a:prstGeom prst="rect">
            <a:avLst/>
          </a:prstGeom>
          <a:solidFill>
            <a:srgbClr val="E45C92"/>
          </a:solidFill>
          <a:ln w="12700">
            <a:solidFill>
              <a:srgbClr val="E45C9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219200" y="5010912"/>
            <a:ext cx="313944" cy="36576"/>
          </a:xfrm>
          <a:prstGeom prst="rect">
            <a:avLst/>
          </a:prstGeom>
          <a:solidFill>
            <a:srgbClr val="DF5C94"/>
          </a:solidFill>
          <a:ln w="12700">
            <a:solidFill>
              <a:srgbClr val="DF5C9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24000" y="5010912"/>
            <a:ext cx="313944" cy="36576"/>
          </a:xfrm>
          <a:prstGeom prst="rect">
            <a:avLst/>
          </a:prstGeom>
          <a:solidFill>
            <a:srgbClr val="DB5C97"/>
          </a:solidFill>
          <a:ln w="12700">
            <a:solidFill>
              <a:srgbClr val="DB5C97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828800" y="5010912"/>
            <a:ext cx="313944" cy="36576"/>
          </a:xfrm>
          <a:prstGeom prst="rect">
            <a:avLst/>
          </a:prstGeom>
          <a:solidFill>
            <a:srgbClr val="D65C99"/>
          </a:solidFill>
          <a:ln w="12700">
            <a:solidFill>
              <a:srgbClr val="D65C9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133600" y="5010912"/>
            <a:ext cx="313944" cy="36576"/>
          </a:xfrm>
          <a:prstGeom prst="rect">
            <a:avLst/>
          </a:prstGeom>
          <a:solidFill>
            <a:srgbClr val="D15C9C"/>
          </a:solidFill>
          <a:ln w="12700">
            <a:solidFill>
              <a:srgbClr val="D15C9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438400" y="5010912"/>
            <a:ext cx="313944" cy="36576"/>
          </a:xfrm>
          <a:prstGeom prst="rect">
            <a:avLst/>
          </a:prstGeom>
          <a:solidFill>
            <a:srgbClr val="CD5C9E"/>
          </a:solidFill>
          <a:ln w="12700">
            <a:solidFill>
              <a:srgbClr val="CD5C9E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0" y="5010912"/>
            <a:ext cx="313944" cy="36576"/>
          </a:xfrm>
          <a:prstGeom prst="rect">
            <a:avLst/>
          </a:prstGeom>
          <a:solidFill>
            <a:srgbClr val="C85CA1"/>
          </a:solidFill>
          <a:ln w="12700">
            <a:solidFill>
              <a:srgbClr val="C85CA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048000" y="5010912"/>
            <a:ext cx="313944" cy="36576"/>
          </a:xfrm>
          <a:prstGeom prst="rect">
            <a:avLst/>
          </a:prstGeom>
          <a:solidFill>
            <a:srgbClr val="C35CA3"/>
          </a:solidFill>
          <a:ln w="12700">
            <a:solidFill>
              <a:srgbClr val="C35CA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352800" y="5010912"/>
            <a:ext cx="313944" cy="36576"/>
          </a:xfrm>
          <a:prstGeom prst="rect">
            <a:avLst/>
          </a:prstGeom>
          <a:solidFill>
            <a:srgbClr val="BF5CA6"/>
          </a:solidFill>
          <a:ln w="12700">
            <a:solidFill>
              <a:srgbClr val="BF5CA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657600" y="5010912"/>
            <a:ext cx="313944" cy="36576"/>
          </a:xfrm>
          <a:prstGeom prst="rect">
            <a:avLst/>
          </a:prstGeom>
          <a:solidFill>
            <a:srgbClr val="BA5CA8"/>
          </a:solidFill>
          <a:ln w="12700">
            <a:solidFill>
              <a:srgbClr val="BA5CA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962400" y="5010912"/>
            <a:ext cx="313944" cy="36576"/>
          </a:xfrm>
          <a:prstGeom prst="rect">
            <a:avLst/>
          </a:prstGeom>
          <a:solidFill>
            <a:srgbClr val="B55CAB"/>
          </a:solidFill>
          <a:ln w="12700">
            <a:solidFill>
              <a:srgbClr val="B55CA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267200" y="5010912"/>
            <a:ext cx="313944" cy="36576"/>
          </a:xfrm>
          <a:prstGeom prst="rect">
            <a:avLst/>
          </a:prstGeom>
          <a:solidFill>
            <a:srgbClr val="B15CAD"/>
          </a:solidFill>
          <a:ln w="12700">
            <a:solidFill>
              <a:srgbClr val="B15CAD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572000" y="5010912"/>
            <a:ext cx="313944" cy="36576"/>
          </a:xfrm>
          <a:prstGeom prst="rect">
            <a:avLst/>
          </a:prstGeom>
          <a:solidFill>
            <a:srgbClr val="AC5DB0"/>
          </a:solidFill>
          <a:ln w="12700">
            <a:solidFill>
              <a:srgbClr val="AC5DB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76800" y="5010912"/>
            <a:ext cx="313944" cy="36576"/>
          </a:xfrm>
          <a:prstGeom prst="rect">
            <a:avLst/>
          </a:prstGeom>
          <a:solidFill>
            <a:srgbClr val="A85DB2"/>
          </a:solidFill>
          <a:ln w="12700">
            <a:solidFill>
              <a:srgbClr val="A85DB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181600" y="5010912"/>
            <a:ext cx="313944" cy="36576"/>
          </a:xfrm>
          <a:prstGeom prst="rect">
            <a:avLst/>
          </a:prstGeom>
          <a:solidFill>
            <a:srgbClr val="A35DB5"/>
          </a:solidFill>
          <a:ln w="12700">
            <a:solidFill>
              <a:srgbClr val="A35DB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86400" y="5010912"/>
            <a:ext cx="313944" cy="36576"/>
          </a:xfrm>
          <a:prstGeom prst="rect">
            <a:avLst/>
          </a:prstGeom>
          <a:solidFill>
            <a:srgbClr val="9E5DB7"/>
          </a:solidFill>
          <a:ln w="12700">
            <a:solidFill>
              <a:srgbClr val="9E5DB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91200" y="5010912"/>
            <a:ext cx="313944" cy="36576"/>
          </a:xfrm>
          <a:prstGeom prst="rect">
            <a:avLst/>
          </a:prstGeom>
          <a:solidFill>
            <a:srgbClr val="9A5DBA"/>
          </a:solidFill>
          <a:ln w="12700">
            <a:solidFill>
              <a:srgbClr val="9A5DB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96000" y="5010912"/>
            <a:ext cx="313944" cy="36576"/>
          </a:xfrm>
          <a:prstGeom prst="rect">
            <a:avLst/>
          </a:prstGeom>
          <a:solidFill>
            <a:srgbClr val="955DBC"/>
          </a:solidFill>
          <a:ln w="12700">
            <a:solidFill>
              <a:srgbClr val="955DB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400800" y="5010912"/>
            <a:ext cx="313944" cy="36576"/>
          </a:xfrm>
          <a:prstGeom prst="rect">
            <a:avLst/>
          </a:prstGeom>
          <a:solidFill>
            <a:srgbClr val="905DBF"/>
          </a:solidFill>
          <a:ln w="12700">
            <a:solidFill>
              <a:srgbClr val="905DB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705600" y="5010912"/>
            <a:ext cx="313944" cy="36576"/>
          </a:xfrm>
          <a:prstGeom prst="rect">
            <a:avLst/>
          </a:prstGeom>
          <a:solidFill>
            <a:srgbClr val="8C5DC1"/>
          </a:solidFill>
          <a:ln w="12700">
            <a:solidFill>
              <a:srgbClr val="8C5DC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010400" y="5010912"/>
            <a:ext cx="313944" cy="36576"/>
          </a:xfrm>
          <a:prstGeom prst="rect">
            <a:avLst/>
          </a:prstGeom>
          <a:solidFill>
            <a:srgbClr val="875DC4"/>
          </a:solidFill>
          <a:ln w="12700">
            <a:solidFill>
              <a:srgbClr val="875DC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315200" y="5010912"/>
            <a:ext cx="313944" cy="36576"/>
          </a:xfrm>
          <a:prstGeom prst="rect">
            <a:avLst/>
          </a:prstGeom>
          <a:solidFill>
            <a:srgbClr val="825DC6"/>
          </a:solidFill>
          <a:ln w="12700">
            <a:solidFill>
              <a:srgbClr val="825DC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620000" y="5010912"/>
            <a:ext cx="313944" cy="36576"/>
          </a:xfrm>
          <a:prstGeom prst="rect">
            <a:avLst/>
          </a:prstGeom>
          <a:solidFill>
            <a:srgbClr val="7E5DC9"/>
          </a:solidFill>
          <a:ln w="12700">
            <a:solidFill>
              <a:srgbClr val="7E5DC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924800" y="5010912"/>
            <a:ext cx="313944" cy="36576"/>
          </a:xfrm>
          <a:prstGeom prst="rect">
            <a:avLst/>
          </a:prstGeom>
          <a:solidFill>
            <a:srgbClr val="795DCB"/>
          </a:solidFill>
          <a:ln w="12700">
            <a:solidFill>
              <a:srgbClr val="795DC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229600" y="5010912"/>
            <a:ext cx="313944" cy="36576"/>
          </a:xfrm>
          <a:prstGeom prst="rect">
            <a:avLst/>
          </a:prstGeom>
          <a:solidFill>
            <a:srgbClr val="745DCE"/>
          </a:solidFill>
          <a:ln w="12700">
            <a:solidFill>
              <a:srgbClr val="745DC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534400" y="5010912"/>
            <a:ext cx="313944" cy="36576"/>
          </a:xfrm>
          <a:prstGeom prst="rect">
            <a:avLst/>
          </a:prstGeom>
          <a:solidFill>
            <a:srgbClr val="705DD0"/>
          </a:solidFill>
          <a:ln w="12700">
            <a:solidFill>
              <a:srgbClr val="705DD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839200" y="5010912"/>
            <a:ext cx="313944" cy="36576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0E5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0B42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13944" cy="5029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0"/>
            <a:ext cx="313944" cy="50292"/>
          </a:xfrm>
          <a:prstGeom prst="rect">
            <a:avLst/>
          </a:prstGeom>
          <a:solidFill>
            <a:srgbClr val="08E39C"/>
          </a:solidFill>
          <a:ln w="12700">
            <a:solidFill>
              <a:srgbClr val="08E3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0"/>
            <a:ext cx="313944" cy="50292"/>
          </a:xfrm>
          <a:prstGeom prst="rect">
            <a:avLst/>
          </a:prstGeom>
          <a:solidFill>
            <a:srgbClr val="11E298"/>
          </a:solidFill>
          <a:ln w="12700">
            <a:solidFill>
              <a:srgbClr val="11E2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0"/>
            <a:ext cx="313944" cy="50292"/>
          </a:xfrm>
          <a:prstGeom prst="rect">
            <a:avLst/>
          </a:prstGeom>
          <a:solidFill>
            <a:srgbClr val="19E094"/>
          </a:solidFill>
          <a:ln w="12700">
            <a:solidFill>
              <a:srgbClr val="19E0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0"/>
            <a:ext cx="313944" cy="50292"/>
          </a:xfrm>
          <a:prstGeom prst="rect">
            <a:avLst/>
          </a:prstGeom>
          <a:solidFill>
            <a:srgbClr val="21DE90"/>
          </a:solidFill>
          <a:ln w="12700">
            <a:solidFill>
              <a:srgbClr val="21DE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0"/>
            <a:ext cx="313944" cy="50292"/>
          </a:xfrm>
          <a:prstGeom prst="rect">
            <a:avLst/>
          </a:prstGeom>
          <a:solidFill>
            <a:srgbClr val="29DD8B"/>
          </a:solidFill>
          <a:ln w="12700">
            <a:solidFill>
              <a:srgbClr val="29D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313944" cy="50292"/>
          </a:xfrm>
          <a:prstGeom prst="rect">
            <a:avLst/>
          </a:prstGeom>
          <a:solidFill>
            <a:srgbClr val="32DB87"/>
          </a:solidFill>
          <a:ln w="12700">
            <a:solidFill>
              <a:srgbClr val="32DB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3600" y="0"/>
            <a:ext cx="313944" cy="50292"/>
          </a:xfrm>
          <a:prstGeom prst="rect">
            <a:avLst/>
          </a:prstGeom>
          <a:solidFill>
            <a:srgbClr val="3AD983"/>
          </a:solidFill>
          <a:ln w="12700">
            <a:solidFill>
              <a:srgbClr val="3AD9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8400" y="0"/>
            <a:ext cx="313944" cy="50292"/>
          </a:xfrm>
          <a:prstGeom prst="rect">
            <a:avLst/>
          </a:prstGeom>
          <a:solidFill>
            <a:srgbClr val="42D77F"/>
          </a:solidFill>
          <a:ln w="12700">
            <a:solidFill>
              <a:srgbClr val="42D7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0"/>
            <a:ext cx="313944" cy="50292"/>
          </a:xfrm>
          <a:prstGeom prst="rect">
            <a:avLst/>
          </a:prstGeom>
          <a:solidFill>
            <a:srgbClr val="4AD67B"/>
          </a:solidFill>
          <a:ln w="12700">
            <a:solidFill>
              <a:srgbClr val="4AD6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8000" y="0"/>
            <a:ext cx="313944" cy="50292"/>
          </a:xfrm>
          <a:prstGeom prst="rect">
            <a:avLst/>
          </a:prstGeom>
          <a:solidFill>
            <a:srgbClr val="53D477"/>
          </a:solidFill>
          <a:ln w="12700">
            <a:solidFill>
              <a:srgbClr val="53D4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2800" y="0"/>
            <a:ext cx="313944" cy="50292"/>
          </a:xfrm>
          <a:prstGeom prst="rect">
            <a:avLst/>
          </a:prstGeom>
          <a:solidFill>
            <a:srgbClr val="5BD273"/>
          </a:solidFill>
          <a:ln w="12700">
            <a:solidFill>
              <a:srgbClr val="5BD2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313944" cy="50292"/>
          </a:xfrm>
          <a:prstGeom prst="rect">
            <a:avLst/>
          </a:prstGeom>
          <a:solidFill>
            <a:srgbClr val="63D16F"/>
          </a:solidFill>
          <a:ln w="12700">
            <a:solidFill>
              <a:srgbClr val="63D1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2400" y="0"/>
            <a:ext cx="313944" cy="50292"/>
          </a:xfrm>
          <a:prstGeom prst="rect">
            <a:avLst/>
          </a:prstGeom>
          <a:solidFill>
            <a:srgbClr val="6CCF6B"/>
          </a:solidFill>
          <a:ln w="12700">
            <a:solidFill>
              <a:srgbClr val="6CCF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7200" y="0"/>
            <a:ext cx="313944" cy="50292"/>
          </a:xfrm>
          <a:prstGeom prst="rect">
            <a:avLst/>
          </a:prstGeom>
          <a:solidFill>
            <a:srgbClr val="74CD67"/>
          </a:solidFill>
          <a:ln w="12700">
            <a:solidFill>
              <a:srgbClr val="74CD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313944" cy="50292"/>
          </a:xfrm>
          <a:prstGeom prst="rect">
            <a:avLst/>
          </a:prstGeom>
          <a:solidFill>
            <a:srgbClr val="7CCC62"/>
          </a:solidFill>
          <a:ln w="12700">
            <a:solidFill>
              <a:srgbClr val="7CC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6800" y="0"/>
            <a:ext cx="313944" cy="50292"/>
          </a:xfrm>
          <a:prstGeom prst="rect">
            <a:avLst/>
          </a:prstGeom>
          <a:solidFill>
            <a:srgbClr val="84CA5E"/>
          </a:solidFill>
          <a:ln w="12700">
            <a:solidFill>
              <a:srgbClr val="84C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1600" y="0"/>
            <a:ext cx="313944" cy="50292"/>
          </a:xfrm>
          <a:prstGeom prst="rect">
            <a:avLst/>
          </a:prstGeom>
          <a:solidFill>
            <a:srgbClr val="8DC85A"/>
          </a:solidFill>
          <a:ln w="12700">
            <a:solidFill>
              <a:srgbClr val="8DC8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0"/>
            <a:ext cx="313944" cy="50292"/>
          </a:xfrm>
          <a:prstGeom prst="rect">
            <a:avLst/>
          </a:prstGeom>
          <a:solidFill>
            <a:srgbClr val="95C756"/>
          </a:solidFill>
          <a:ln w="12700">
            <a:solidFill>
              <a:srgbClr val="95C7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1200" y="0"/>
            <a:ext cx="313944" cy="50292"/>
          </a:xfrm>
          <a:prstGeom prst="rect">
            <a:avLst/>
          </a:prstGeom>
          <a:solidFill>
            <a:srgbClr val="9DC552"/>
          </a:solidFill>
          <a:ln w="12700">
            <a:solidFill>
              <a:srgbClr val="9DC5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0"/>
            <a:ext cx="313944" cy="50292"/>
          </a:xfrm>
          <a:prstGeom prst="rect">
            <a:avLst/>
          </a:prstGeom>
          <a:solidFill>
            <a:srgbClr val="A6C34E"/>
          </a:solidFill>
          <a:ln w="12700">
            <a:solidFill>
              <a:srgbClr val="A6C3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0"/>
            <a:ext cx="313944" cy="50292"/>
          </a:xfrm>
          <a:prstGeom prst="rect">
            <a:avLst/>
          </a:prstGeom>
          <a:solidFill>
            <a:srgbClr val="AEC24A"/>
          </a:solidFill>
          <a:ln w="12700">
            <a:solidFill>
              <a:srgbClr val="AEC2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5600" y="0"/>
            <a:ext cx="313944" cy="50292"/>
          </a:xfrm>
          <a:prstGeom prst="rect">
            <a:avLst/>
          </a:prstGeom>
          <a:solidFill>
            <a:srgbClr val="B6C046"/>
          </a:solidFill>
          <a:ln w="12700">
            <a:solidFill>
              <a:srgbClr val="B6C0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0400" y="0"/>
            <a:ext cx="313944" cy="50292"/>
          </a:xfrm>
          <a:prstGeom prst="rect">
            <a:avLst/>
          </a:prstGeom>
          <a:solidFill>
            <a:srgbClr val="BEBE42"/>
          </a:solidFill>
          <a:ln w="12700">
            <a:solidFill>
              <a:srgbClr val="BEBE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0"/>
            <a:ext cx="313944" cy="50292"/>
          </a:xfrm>
          <a:prstGeom prst="rect">
            <a:avLst/>
          </a:prstGeom>
          <a:solidFill>
            <a:srgbClr val="C7BC3E"/>
          </a:solidFill>
          <a:ln w="12700">
            <a:solidFill>
              <a:srgbClr val="C7BC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0" y="0"/>
            <a:ext cx="313944" cy="50292"/>
          </a:xfrm>
          <a:prstGeom prst="rect">
            <a:avLst/>
          </a:prstGeom>
          <a:solidFill>
            <a:srgbClr val="CFBB39"/>
          </a:solidFill>
          <a:ln w="12700">
            <a:solidFill>
              <a:srgbClr val="CFBB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4800" y="0"/>
            <a:ext cx="313944" cy="50292"/>
          </a:xfrm>
          <a:prstGeom prst="rect">
            <a:avLst/>
          </a:prstGeom>
          <a:solidFill>
            <a:srgbClr val="D7B935"/>
          </a:solidFill>
          <a:ln w="12700">
            <a:solidFill>
              <a:srgbClr val="D7B9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0"/>
            <a:ext cx="313944" cy="50292"/>
          </a:xfrm>
          <a:prstGeom prst="rect">
            <a:avLst/>
          </a:prstGeom>
          <a:solidFill>
            <a:srgbClr val="DFB731"/>
          </a:solidFill>
          <a:ln w="12700">
            <a:solidFill>
              <a:srgbClr val="DFB73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34400" y="0"/>
            <a:ext cx="313944" cy="50292"/>
          </a:xfrm>
          <a:prstGeom prst="rect">
            <a:avLst/>
          </a:prstGeom>
          <a:solidFill>
            <a:srgbClr val="E8B62D"/>
          </a:solidFill>
          <a:ln w="12700">
            <a:solidFill>
              <a:srgbClr val="E8B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39200" y="0"/>
            <a:ext cx="313944" cy="5029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FUTURE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Built. Where We're Going.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457200" y="1115568"/>
            <a:ext cx="283464" cy="274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1115568"/>
            <a:ext cx="283464" cy="27432"/>
          </a:xfrm>
          <a:prstGeom prst="rect">
            <a:avLst/>
          </a:prstGeom>
          <a:solidFill>
            <a:srgbClr val="08E39C"/>
          </a:solidFill>
          <a:ln w="12700">
            <a:solidFill>
              <a:srgbClr val="08E39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1115568"/>
            <a:ext cx="283464" cy="27432"/>
          </a:xfrm>
          <a:prstGeom prst="rect">
            <a:avLst/>
          </a:prstGeom>
          <a:solidFill>
            <a:srgbClr val="11E298"/>
          </a:solidFill>
          <a:ln w="12700">
            <a:solidFill>
              <a:srgbClr val="11E29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80160" y="1115568"/>
            <a:ext cx="283464" cy="27432"/>
          </a:xfrm>
          <a:prstGeom prst="rect">
            <a:avLst/>
          </a:prstGeom>
          <a:solidFill>
            <a:srgbClr val="19E094"/>
          </a:solidFill>
          <a:ln w="12700">
            <a:solidFill>
              <a:srgbClr val="19E09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54480" y="1115568"/>
            <a:ext cx="283464" cy="27432"/>
          </a:xfrm>
          <a:prstGeom prst="rect">
            <a:avLst/>
          </a:prstGeom>
          <a:solidFill>
            <a:srgbClr val="21DE90"/>
          </a:solidFill>
          <a:ln w="12700">
            <a:solidFill>
              <a:srgbClr val="21DE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0" y="1115568"/>
            <a:ext cx="283464" cy="27432"/>
          </a:xfrm>
          <a:prstGeom prst="rect">
            <a:avLst/>
          </a:prstGeom>
          <a:solidFill>
            <a:srgbClr val="29DD8B"/>
          </a:solidFill>
          <a:ln w="12700">
            <a:solidFill>
              <a:srgbClr val="29DD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1115568"/>
            <a:ext cx="283464" cy="27432"/>
          </a:xfrm>
          <a:prstGeom prst="rect">
            <a:avLst/>
          </a:prstGeom>
          <a:solidFill>
            <a:srgbClr val="32DB87"/>
          </a:solidFill>
          <a:ln w="12700">
            <a:solidFill>
              <a:srgbClr val="32DB8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77440" y="1115568"/>
            <a:ext cx="283464" cy="27432"/>
          </a:xfrm>
          <a:prstGeom prst="rect">
            <a:avLst/>
          </a:prstGeom>
          <a:solidFill>
            <a:srgbClr val="3AD983"/>
          </a:solidFill>
          <a:ln w="12700">
            <a:solidFill>
              <a:srgbClr val="3AD98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1115568"/>
            <a:ext cx="283464" cy="27432"/>
          </a:xfrm>
          <a:prstGeom prst="rect">
            <a:avLst/>
          </a:prstGeom>
          <a:solidFill>
            <a:srgbClr val="42D77F"/>
          </a:solidFill>
          <a:ln w="12700">
            <a:solidFill>
              <a:srgbClr val="42D77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1115568"/>
            <a:ext cx="283464" cy="27432"/>
          </a:xfrm>
          <a:prstGeom prst="rect">
            <a:avLst/>
          </a:prstGeom>
          <a:solidFill>
            <a:srgbClr val="4AD67B"/>
          </a:solidFill>
          <a:ln w="12700">
            <a:solidFill>
              <a:srgbClr val="4AD67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1115568"/>
            <a:ext cx="283464" cy="27432"/>
          </a:xfrm>
          <a:prstGeom prst="rect">
            <a:avLst/>
          </a:prstGeom>
          <a:solidFill>
            <a:srgbClr val="53D477"/>
          </a:solidFill>
          <a:ln w="12700">
            <a:solidFill>
              <a:srgbClr val="53D4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0" y="1115568"/>
            <a:ext cx="283464" cy="27432"/>
          </a:xfrm>
          <a:prstGeom prst="rect">
            <a:avLst/>
          </a:prstGeom>
          <a:solidFill>
            <a:srgbClr val="5BD273"/>
          </a:solidFill>
          <a:ln w="12700">
            <a:solidFill>
              <a:srgbClr val="5BD27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1115568"/>
            <a:ext cx="283464" cy="27432"/>
          </a:xfrm>
          <a:prstGeom prst="rect">
            <a:avLst/>
          </a:prstGeom>
          <a:solidFill>
            <a:srgbClr val="63D16F"/>
          </a:solidFill>
          <a:ln w="12700">
            <a:solidFill>
              <a:srgbClr val="63D16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23360" y="1115568"/>
            <a:ext cx="283464" cy="27432"/>
          </a:xfrm>
          <a:prstGeom prst="rect">
            <a:avLst/>
          </a:prstGeom>
          <a:solidFill>
            <a:srgbClr val="6CCF6B"/>
          </a:solidFill>
          <a:ln w="12700">
            <a:solidFill>
              <a:srgbClr val="6CCF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97680" y="1115568"/>
            <a:ext cx="283464" cy="27432"/>
          </a:xfrm>
          <a:prstGeom prst="rect">
            <a:avLst/>
          </a:prstGeom>
          <a:solidFill>
            <a:srgbClr val="74CD67"/>
          </a:solidFill>
          <a:ln w="12700">
            <a:solidFill>
              <a:srgbClr val="74CD6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1115568"/>
            <a:ext cx="283464" cy="27432"/>
          </a:xfrm>
          <a:prstGeom prst="rect">
            <a:avLst/>
          </a:prstGeom>
          <a:solidFill>
            <a:srgbClr val="7CCC62"/>
          </a:solidFill>
          <a:ln w="12700">
            <a:solidFill>
              <a:srgbClr val="7CCC6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1115568"/>
            <a:ext cx="283464" cy="27432"/>
          </a:xfrm>
          <a:prstGeom prst="rect">
            <a:avLst/>
          </a:prstGeom>
          <a:solidFill>
            <a:srgbClr val="84CA5E"/>
          </a:solidFill>
          <a:ln w="12700">
            <a:solidFill>
              <a:srgbClr val="84CA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1115568"/>
            <a:ext cx="283464" cy="27432"/>
          </a:xfrm>
          <a:prstGeom prst="rect">
            <a:avLst/>
          </a:prstGeom>
          <a:solidFill>
            <a:srgbClr val="8DC85A"/>
          </a:solidFill>
          <a:ln w="12700">
            <a:solidFill>
              <a:srgbClr val="8DC85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94960" y="1115568"/>
            <a:ext cx="283464" cy="27432"/>
          </a:xfrm>
          <a:prstGeom prst="rect">
            <a:avLst/>
          </a:prstGeom>
          <a:solidFill>
            <a:srgbClr val="95C756"/>
          </a:solidFill>
          <a:ln w="12700">
            <a:solidFill>
              <a:srgbClr val="95C75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69280" y="1115568"/>
            <a:ext cx="283464" cy="27432"/>
          </a:xfrm>
          <a:prstGeom prst="rect">
            <a:avLst/>
          </a:prstGeom>
          <a:solidFill>
            <a:srgbClr val="9DC552"/>
          </a:solidFill>
          <a:ln w="12700">
            <a:solidFill>
              <a:srgbClr val="9DC55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43600" y="1115568"/>
            <a:ext cx="283464" cy="27432"/>
          </a:xfrm>
          <a:prstGeom prst="rect">
            <a:avLst/>
          </a:prstGeom>
          <a:solidFill>
            <a:srgbClr val="A6C34E"/>
          </a:solidFill>
          <a:ln w="12700">
            <a:solidFill>
              <a:srgbClr val="A6C34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1115568"/>
            <a:ext cx="283464" cy="27432"/>
          </a:xfrm>
          <a:prstGeom prst="rect">
            <a:avLst/>
          </a:prstGeom>
          <a:solidFill>
            <a:srgbClr val="AEC24A"/>
          </a:solidFill>
          <a:ln w="12700">
            <a:solidFill>
              <a:srgbClr val="AEC2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115568"/>
            <a:ext cx="283464" cy="27432"/>
          </a:xfrm>
          <a:prstGeom prst="rect">
            <a:avLst/>
          </a:prstGeom>
          <a:solidFill>
            <a:srgbClr val="B6C046"/>
          </a:solidFill>
          <a:ln w="12700">
            <a:solidFill>
              <a:srgbClr val="B6C04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1115568"/>
            <a:ext cx="283464" cy="27432"/>
          </a:xfrm>
          <a:prstGeom prst="rect">
            <a:avLst/>
          </a:prstGeom>
          <a:solidFill>
            <a:srgbClr val="BEBE42"/>
          </a:solidFill>
          <a:ln w="12700">
            <a:solidFill>
              <a:srgbClr val="BEBE4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40880" y="1115568"/>
            <a:ext cx="283464" cy="27432"/>
          </a:xfrm>
          <a:prstGeom prst="rect">
            <a:avLst/>
          </a:prstGeom>
          <a:solidFill>
            <a:srgbClr val="C7BC3E"/>
          </a:solidFill>
          <a:ln w="12700">
            <a:solidFill>
              <a:srgbClr val="C7BC3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15200" y="1115568"/>
            <a:ext cx="283464" cy="27432"/>
          </a:xfrm>
          <a:prstGeom prst="rect">
            <a:avLst/>
          </a:prstGeom>
          <a:solidFill>
            <a:srgbClr val="CFBB39"/>
          </a:solidFill>
          <a:ln w="12700">
            <a:solidFill>
              <a:srgbClr val="CFBB3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115568"/>
            <a:ext cx="283464" cy="27432"/>
          </a:xfrm>
          <a:prstGeom prst="rect">
            <a:avLst/>
          </a:prstGeom>
          <a:solidFill>
            <a:srgbClr val="D7B935"/>
          </a:solidFill>
          <a:ln w="12700">
            <a:solidFill>
              <a:srgbClr val="D7B9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3840" y="1115568"/>
            <a:ext cx="283464" cy="27432"/>
          </a:xfrm>
          <a:prstGeom prst="rect">
            <a:avLst/>
          </a:prstGeom>
          <a:solidFill>
            <a:srgbClr val="DFB731"/>
          </a:solidFill>
          <a:ln w="12700">
            <a:solidFill>
              <a:srgbClr val="DFB73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38160" y="1115568"/>
            <a:ext cx="283464" cy="27432"/>
          </a:xfrm>
          <a:prstGeom prst="rect">
            <a:avLst/>
          </a:prstGeom>
          <a:solidFill>
            <a:srgbClr val="E8B62D"/>
          </a:solidFill>
          <a:ln w="12700">
            <a:solidFill>
              <a:srgbClr val="E8B62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12480" y="1115568"/>
            <a:ext cx="283464" cy="27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7472" y="1261872"/>
            <a:ext cx="2011680" cy="1115568"/>
          </a:xfrm>
          <a:prstGeom prst="roundRect">
            <a:avLst>
              <a:gd name="adj" fmla="val 8197"/>
            </a:avLst>
          </a:prstGeom>
          <a:solidFill>
            <a:srgbClr val="1B2C6B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47472" y="1261872"/>
            <a:ext cx="2011680" cy="45720"/>
          </a:xfrm>
          <a:prstGeom prst="roundRect">
            <a:avLst/>
          </a:prstGeom>
          <a:solidFill>
            <a:srgbClr val="00D4FF"/>
          </a:solidFill>
          <a:ln/>
        </p:spPr>
      </p:sp>
      <p:sp>
        <p:nvSpPr>
          <p:cNvPr id="68" name="Text 66"/>
          <p:cNvSpPr/>
          <p:nvPr/>
        </p:nvSpPr>
        <p:spPr>
          <a:xfrm>
            <a:off x="347472" y="13533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91.2%</a:t>
            </a:r>
            <a:endParaRPr lang="en-US" sz="3200" dirty="0"/>
          </a:p>
        </p:txBody>
      </p:sp>
      <p:sp>
        <p:nvSpPr>
          <p:cNvPr id="69" name="Text 67"/>
          <p:cNvSpPr/>
          <p:nvPr/>
        </p:nvSpPr>
        <p:spPr>
          <a:xfrm>
            <a:off x="347472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523744" y="1261872"/>
            <a:ext cx="2011680" cy="1115568"/>
          </a:xfrm>
          <a:prstGeom prst="roundRect">
            <a:avLst>
              <a:gd name="adj" fmla="val 8197"/>
            </a:avLst>
          </a:prstGeom>
          <a:solidFill>
            <a:srgbClr val="1B2C6B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2523744" y="1261872"/>
            <a:ext cx="2011680" cy="45720"/>
          </a:xfrm>
          <a:prstGeom prst="roundRect">
            <a:avLst/>
          </a:prstGeom>
          <a:solidFill>
            <a:srgbClr val="6B5DD3"/>
          </a:solidFill>
          <a:ln/>
        </p:spPr>
      </p:sp>
      <p:sp>
        <p:nvSpPr>
          <p:cNvPr id="72" name="Text 70"/>
          <p:cNvSpPr/>
          <p:nvPr/>
        </p:nvSpPr>
        <p:spPr>
          <a:xfrm>
            <a:off x="2523744" y="13533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5D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89.5%</a:t>
            </a:r>
            <a:endParaRPr lang="en-US" sz="3200" dirty="0"/>
          </a:p>
        </p:txBody>
      </p:sp>
      <p:sp>
        <p:nvSpPr>
          <p:cNvPr id="73" name="Text 71"/>
          <p:cNvSpPr/>
          <p:nvPr/>
        </p:nvSpPr>
        <p:spPr>
          <a:xfrm>
            <a:off x="2523744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700016" y="1261872"/>
            <a:ext cx="2011680" cy="1115568"/>
          </a:xfrm>
          <a:prstGeom prst="roundRect">
            <a:avLst>
              <a:gd name="adj" fmla="val 8197"/>
            </a:avLst>
          </a:prstGeom>
          <a:solidFill>
            <a:srgbClr val="1B2C6B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700016" y="1261872"/>
            <a:ext cx="2011680" cy="45720"/>
          </a:xfrm>
          <a:prstGeom prst="roundRect">
            <a:avLst/>
          </a:prstGeom>
          <a:solidFill>
            <a:srgbClr val="F0B429"/>
          </a:solidFill>
          <a:ln/>
        </p:spPr>
      </p:sp>
      <p:sp>
        <p:nvSpPr>
          <p:cNvPr id="76" name="Text 74"/>
          <p:cNvSpPr/>
          <p:nvPr/>
        </p:nvSpPr>
        <p:spPr>
          <a:xfrm>
            <a:off x="4700016" y="13533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55+</a:t>
            </a:r>
            <a:endParaRPr lang="en-US" sz="3200" dirty="0"/>
          </a:p>
        </p:txBody>
      </p:sp>
      <p:sp>
        <p:nvSpPr>
          <p:cNvPr id="77" name="Text 75"/>
          <p:cNvSpPr/>
          <p:nvPr/>
        </p:nvSpPr>
        <p:spPr>
          <a:xfrm>
            <a:off x="4700016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876288" y="1261872"/>
            <a:ext cx="2011680" cy="1115568"/>
          </a:xfrm>
          <a:prstGeom prst="roundRect">
            <a:avLst>
              <a:gd name="adj" fmla="val 8197"/>
            </a:avLst>
          </a:prstGeom>
          <a:solidFill>
            <a:srgbClr val="1B2C6B">
              <a:alpha val="85000"/>
            </a:srgbClr>
          </a:solidFill>
          <a:ln/>
          <a:effectLst>
            <a:outerShdw sx="100000" sy="100000" kx="0" ky="0" algn="bl" rotWithShape="0" blurRad="177800" dist="50800" dir="8100000">
              <a:srgbClr val="000000">
                <a:alpha val="2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876288" y="1261872"/>
            <a:ext cx="2011680" cy="45720"/>
          </a:xfrm>
          <a:prstGeom prst="roundRect">
            <a:avLst/>
          </a:prstGeom>
          <a:solidFill>
            <a:srgbClr val="00E5A0"/>
          </a:solidFill>
          <a:ln/>
        </p:spPr>
      </p:sp>
      <p:sp>
        <p:nvSpPr>
          <p:cNvPr id="80" name="Text 78"/>
          <p:cNvSpPr/>
          <p:nvPr/>
        </p:nvSpPr>
        <p:spPr>
          <a:xfrm>
            <a:off x="6876288" y="13533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200" dirty="0"/>
          </a:p>
        </p:txBody>
      </p:sp>
      <p:sp>
        <p:nvSpPr>
          <p:cNvPr id="81" name="Text 79"/>
          <p:cNvSpPr/>
          <p:nvPr/>
        </p:nvSpPr>
        <p:spPr>
          <a:xfrm>
            <a:off x="6876288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Modules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47472" y="25420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Achievements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347472" y="28895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End-to-end AI platform in a single Python file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347472" y="32186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Multi-model comparison with live predictor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347472" y="35478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Groq AI — chat, roadmaps &amp; resumes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347472" y="387705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Graceful fallback: scraping → CSV → built-in KB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347472" y="42062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Personalised burnout risk flagging per career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347472" y="453542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Gaussian augmentation for small-dataset ML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4709160" y="25420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Roadmap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4709160" y="28895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🗄️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5074920" y="28895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6355080" y="288950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profiles via PostgreSQL / Firebase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4709160" y="32186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📱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5074920" y="32186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6355080" y="321868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companion for on-the-go guidance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4709160" y="35478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5074920" y="3547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6355080" y="354787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&amp; international market data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4709160" y="38770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🧠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5074920" y="38770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6355080" y="387705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embeddings for richer matching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4709160" y="4206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5074920" y="4206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API —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6355080" y="420624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 postings &amp; direct apply integration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4709160" y="45354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5074920" y="45354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09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—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6355080" y="453542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outcomes to improve recommendations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0" y="5010912"/>
            <a:ext cx="313944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4800" y="5010912"/>
            <a:ext cx="313944" cy="36576"/>
          </a:xfrm>
          <a:prstGeom prst="rect">
            <a:avLst/>
          </a:prstGeom>
          <a:solidFill>
            <a:srgbClr val="08E39C"/>
          </a:solidFill>
          <a:ln w="12700">
            <a:solidFill>
              <a:srgbClr val="08E39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9600" y="5010912"/>
            <a:ext cx="313944" cy="36576"/>
          </a:xfrm>
          <a:prstGeom prst="rect">
            <a:avLst/>
          </a:prstGeom>
          <a:solidFill>
            <a:srgbClr val="11E298"/>
          </a:solidFill>
          <a:ln w="12700">
            <a:solidFill>
              <a:srgbClr val="11E29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14400" y="5010912"/>
            <a:ext cx="313944" cy="36576"/>
          </a:xfrm>
          <a:prstGeom prst="rect">
            <a:avLst/>
          </a:prstGeom>
          <a:solidFill>
            <a:srgbClr val="19E094"/>
          </a:solidFill>
          <a:ln w="12700">
            <a:solidFill>
              <a:srgbClr val="19E09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19200" y="5010912"/>
            <a:ext cx="313944" cy="36576"/>
          </a:xfrm>
          <a:prstGeom prst="rect">
            <a:avLst/>
          </a:prstGeom>
          <a:solidFill>
            <a:srgbClr val="21DE90"/>
          </a:solidFill>
          <a:ln w="12700">
            <a:solidFill>
              <a:srgbClr val="21DE9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24000" y="5010912"/>
            <a:ext cx="313944" cy="36576"/>
          </a:xfrm>
          <a:prstGeom prst="rect">
            <a:avLst/>
          </a:prstGeom>
          <a:solidFill>
            <a:srgbClr val="29DD8B"/>
          </a:solidFill>
          <a:ln w="12700">
            <a:solidFill>
              <a:srgbClr val="29DD8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28800" y="5010912"/>
            <a:ext cx="313944" cy="36576"/>
          </a:xfrm>
          <a:prstGeom prst="rect">
            <a:avLst/>
          </a:prstGeom>
          <a:solidFill>
            <a:srgbClr val="32DB87"/>
          </a:solidFill>
          <a:ln w="12700">
            <a:solidFill>
              <a:srgbClr val="32DB87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33600" y="5010912"/>
            <a:ext cx="313944" cy="36576"/>
          </a:xfrm>
          <a:prstGeom prst="rect">
            <a:avLst/>
          </a:prstGeom>
          <a:solidFill>
            <a:srgbClr val="3AD983"/>
          </a:solidFill>
          <a:ln w="12700">
            <a:solidFill>
              <a:srgbClr val="3AD98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38400" y="5010912"/>
            <a:ext cx="313944" cy="36576"/>
          </a:xfrm>
          <a:prstGeom prst="rect">
            <a:avLst/>
          </a:prstGeom>
          <a:solidFill>
            <a:srgbClr val="42D77F"/>
          </a:solidFill>
          <a:ln w="12700">
            <a:solidFill>
              <a:srgbClr val="42D77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43200" y="5010912"/>
            <a:ext cx="313944" cy="36576"/>
          </a:xfrm>
          <a:prstGeom prst="rect">
            <a:avLst/>
          </a:prstGeom>
          <a:solidFill>
            <a:srgbClr val="4AD67B"/>
          </a:solidFill>
          <a:ln w="12700">
            <a:solidFill>
              <a:srgbClr val="4AD67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48000" y="5010912"/>
            <a:ext cx="313944" cy="36576"/>
          </a:xfrm>
          <a:prstGeom prst="rect">
            <a:avLst/>
          </a:prstGeom>
          <a:solidFill>
            <a:srgbClr val="53D477"/>
          </a:solidFill>
          <a:ln w="12700">
            <a:solidFill>
              <a:srgbClr val="53D477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352800" y="5010912"/>
            <a:ext cx="313944" cy="36576"/>
          </a:xfrm>
          <a:prstGeom prst="rect">
            <a:avLst/>
          </a:prstGeom>
          <a:solidFill>
            <a:srgbClr val="5BD273"/>
          </a:solidFill>
          <a:ln w="12700">
            <a:solidFill>
              <a:srgbClr val="5BD27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57600" y="5010912"/>
            <a:ext cx="313944" cy="36576"/>
          </a:xfrm>
          <a:prstGeom prst="rect">
            <a:avLst/>
          </a:prstGeom>
          <a:solidFill>
            <a:srgbClr val="63D16F"/>
          </a:solidFill>
          <a:ln w="12700">
            <a:solidFill>
              <a:srgbClr val="63D16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62400" y="5010912"/>
            <a:ext cx="313944" cy="36576"/>
          </a:xfrm>
          <a:prstGeom prst="rect">
            <a:avLst/>
          </a:prstGeom>
          <a:solidFill>
            <a:srgbClr val="6CCF6B"/>
          </a:solidFill>
          <a:ln w="12700">
            <a:solidFill>
              <a:srgbClr val="6CCF6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67200" y="5010912"/>
            <a:ext cx="313944" cy="36576"/>
          </a:xfrm>
          <a:prstGeom prst="rect">
            <a:avLst/>
          </a:prstGeom>
          <a:solidFill>
            <a:srgbClr val="74CD67"/>
          </a:solidFill>
          <a:ln w="12700">
            <a:solidFill>
              <a:srgbClr val="74CD6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72000" y="5010912"/>
            <a:ext cx="313944" cy="36576"/>
          </a:xfrm>
          <a:prstGeom prst="rect">
            <a:avLst/>
          </a:prstGeom>
          <a:solidFill>
            <a:srgbClr val="7CCC62"/>
          </a:solidFill>
          <a:ln w="12700">
            <a:solidFill>
              <a:srgbClr val="7CCC6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876800" y="5010912"/>
            <a:ext cx="313944" cy="36576"/>
          </a:xfrm>
          <a:prstGeom prst="rect">
            <a:avLst/>
          </a:prstGeom>
          <a:solidFill>
            <a:srgbClr val="84CA5E"/>
          </a:solidFill>
          <a:ln w="12700">
            <a:solidFill>
              <a:srgbClr val="84CA5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81600" y="5010912"/>
            <a:ext cx="313944" cy="36576"/>
          </a:xfrm>
          <a:prstGeom prst="rect">
            <a:avLst/>
          </a:prstGeom>
          <a:solidFill>
            <a:srgbClr val="8DC85A"/>
          </a:solidFill>
          <a:ln w="12700">
            <a:solidFill>
              <a:srgbClr val="8DC85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486400" y="5010912"/>
            <a:ext cx="313944" cy="36576"/>
          </a:xfrm>
          <a:prstGeom prst="rect">
            <a:avLst/>
          </a:prstGeom>
          <a:solidFill>
            <a:srgbClr val="95C756"/>
          </a:solidFill>
          <a:ln w="12700">
            <a:solidFill>
              <a:srgbClr val="95C75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791200" y="5010912"/>
            <a:ext cx="313944" cy="36576"/>
          </a:xfrm>
          <a:prstGeom prst="rect">
            <a:avLst/>
          </a:prstGeom>
          <a:solidFill>
            <a:srgbClr val="9DC552"/>
          </a:solidFill>
          <a:ln w="12700">
            <a:solidFill>
              <a:srgbClr val="9DC55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096000" y="5010912"/>
            <a:ext cx="313944" cy="36576"/>
          </a:xfrm>
          <a:prstGeom prst="rect">
            <a:avLst/>
          </a:prstGeom>
          <a:solidFill>
            <a:srgbClr val="A6C34E"/>
          </a:solidFill>
          <a:ln w="12700">
            <a:solidFill>
              <a:srgbClr val="A6C34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00800" y="5010912"/>
            <a:ext cx="313944" cy="36576"/>
          </a:xfrm>
          <a:prstGeom prst="rect">
            <a:avLst/>
          </a:prstGeom>
          <a:solidFill>
            <a:srgbClr val="AEC24A"/>
          </a:solidFill>
          <a:ln w="12700">
            <a:solidFill>
              <a:srgbClr val="AEC24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05600" y="5010912"/>
            <a:ext cx="313944" cy="36576"/>
          </a:xfrm>
          <a:prstGeom prst="rect">
            <a:avLst/>
          </a:prstGeom>
          <a:solidFill>
            <a:srgbClr val="B6C046"/>
          </a:solidFill>
          <a:ln w="12700">
            <a:solidFill>
              <a:srgbClr val="B6C04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010400" y="5010912"/>
            <a:ext cx="313944" cy="36576"/>
          </a:xfrm>
          <a:prstGeom prst="rect">
            <a:avLst/>
          </a:prstGeom>
          <a:solidFill>
            <a:srgbClr val="BEBE42"/>
          </a:solidFill>
          <a:ln w="12700">
            <a:solidFill>
              <a:srgbClr val="BEBE4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315200" y="5010912"/>
            <a:ext cx="313944" cy="36576"/>
          </a:xfrm>
          <a:prstGeom prst="rect">
            <a:avLst/>
          </a:prstGeom>
          <a:solidFill>
            <a:srgbClr val="C7BC3E"/>
          </a:solidFill>
          <a:ln w="12700">
            <a:solidFill>
              <a:srgbClr val="C7BC3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620000" y="5010912"/>
            <a:ext cx="313944" cy="36576"/>
          </a:xfrm>
          <a:prstGeom prst="rect">
            <a:avLst/>
          </a:prstGeom>
          <a:solidFill>
            <a:srgbClr val="CFBB39"/>
          </a:solidFill>
          <a:ln w="12700">
            <a:solidFill>
              <a:srgbClr val="CFBB3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924800" y="5010912"/>
            <a:ext cx="313944" cy="36576"/>
          </a:xfrm>
          <a:prstGeom prst="rect">
            <a:avLst/>
          </a:prstGeom>
          <a:solidFill>
            <a:srgbClr val="D7B935"/>
          </a:solidFill>
          <a:ln w="12700">
            <a:solidFill>
              <a:srgbClr val="D7B93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29600" y="5010912"/>
            <a:ext cx="313944" cy="36576"/>
          </a:xfrm>
          <a:prstGeom prst="rect">
            <a:avLst/>
          </a:prstGeom>
          <a:solidFill>
            <a:srgbClr val="DFB731"/>
          </a:solidFill>
          <a:ln w="12700">
            <a:solidFill>
              <a:srgbClr val="DFB73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34400" y="5010912"/>
            <a:ext cx="313944" cy="36576"/>
          </a:xfrm>
          <a:prstGeom prst="rect">
            <a:avLst/>
          </a:prstGeom>
          <a:solidFill>
            <a:srgbClr val="E8B62D"/>
          </a:solidFill>
          <a:ln w="12700">
            <a:solidFill>
              <a:srgbClr val="E8B62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839200" y="5010912"/>
            <a:ext cx="313944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82880"/>
            <a:ext cx="6400800" cy="6400800"/>
          </a:xfrm>
          <a:prstGeom prst="ellipse">
            <a:avLst/>
          </a:prstGeom>
          <a:solidFill>
            <a:srgbClr val="1B2C6B">
              <a:alpha val="18000"/>
            </a:srgbClr>
          </a:solidFill>
          <a:ln w="7620">
            <a:solidFill>
              <a:srgbClr val="6B5D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1005840"/>
            <a:ext cx="4572000" cy="4572000"/>
          </a:xfrm>
          <a:prstGeom prst="ellipse">
            <a:avLst/>
          </a:prstGeom>
          <a:solidFill>
            <a:srgbClr val="0D1635">
              <a:alpha val="28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828800"/>
            <a:ext cx="2743200" cy="2743200"/>
          </a:xfrm>
          <a:prstGeom prst="ellipse">
            <a:avLst/>
          </a:prstGeom>
          <a:solidFill>
            <a:srgbClr val="1B2C6B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13944" cy="50292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800" y="0"/>
            <a:ext cx="313944" cy="50292"/>
          </a:xfrm>
          <a:prstGeom prst="rect">
            <a:avLst/>
          </a:prstGeom>
          <a:solidFill>
            <a:srgbClr val="6761D5"/>
          </a:solidFill>
          <a:ln w="12700">
            <a:solidFill>
              <a:srgbClr val="676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00" y="0"/>
            <a:ext cx="313944" cy="50292"/>
          </a:xfrm>
          <a:prstGeom prst="rect">
            <a:avLst/>
          </a:prstGeom>
          <a:solidFill>
            <a:srgbClr val="6465D6"/>
          </a:solidFill>
          <a:ln w="12700">
            <a:solidFill>
              <a:srgbClr val="6465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0"/>
            <a:ext cx="313944" cy="50292"/>
          </a:xfrm>
          <a:prstGeom prst="rect">
            <a:avLst/>
          </a:prstGeom>
          <a:solidFill>
            <a:srgbClr val="6069D8"/>
          </a:solidFill>
          <a:ln w="12700">
            <a:solidFill>
              <a:srgbClr val="6069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200" y="0"/>
            <a:ext cx="313944" cy="50292"/>
          </a:xfrm>
          <a:prstGeom prst="rect">
            <a:avLst/>
          </a:prstGeom>
          <a:solidFill>
            <a:srgbClr val="5C6DD9"/>
          </a:solidFill>
          <a:ln w="12700">
            <a:solidFill>
              <a:srgbClr val="5C6D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4000" y="0"/>
            <a:ext cx="313944" cy="50292"/>
          </a:xfrm>
          <a:prstGeom prst="rect">
            <a:avLst/>
          </a:prstGeom>
          <a:solidFill>
            <a:srgbClr val="5972DB"/>
          </a:solidFill>
          <a:ln w="12700">
            <a:solidFill>
              <a:srgbClr val="5972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0"/>
            <a:ext cx="313944" cy="50292"/>
          </a:xfrm>
          <a:prstGeom prst="rect">
            <a:avLst/>
          </a:prstGeom>
          <a:solidFill>
            <a:srgbClr val="5576DC"/>
          </a:solidFill>
          <a:ln w="12700">
            <a:solidFill>
              <a:srgbClr val="5576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3600" y="0"/>
            <a:ext cx="313944" cy="50292"/>
          </a:xfrm>
          <a:prstGeom prst="rect">
            <a:avLst/>
          </a:prstGeom>
          <a:solidFill>
            <a:srgbClr val="517ADE"/>
          </a:solidFill>
          <a:ln w="12700">
            <a:solidFill>
              <a:srgbClr val="517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8400" y="0"/>
            <a:ext cx="313944" cy="50292"/>
          </a:xfrm>
          <a:prstGeom prst="rect">
            <a:avLst/>
          </a:prstGeom>
          <a:solidFill>
            <a:srgbClr val="4D7EDF"/>
          </a:solidFill>
          <a:ln w="12700">
            <a:solidFill>
              <a:srgbClr val="4D7E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0"/>
            <a:ext cx="313944" cy="50292"/>
          </a:xfrm>
          <a:prstGeom prst="rect">
            <a:avLst/>
          </a:prstGeom>
          <a:solidFill>
            <a:srgbClr val="4A82E1"/>
          </a:solidFill>
          <a:ln w="12700">
            <a:solidFill>
              <a:srgbClr val="4A82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48000" y="0"/>
            <a:ext cx="313944" cy="50292"/>
          </a:xfrm>
          <a:prstGeom prst="rect">
            <a:avLst/>
          </a:prstGeom>
          <a:solidFill>
            <a:srgbClr val="4686E2"/>
          </a:solidFill>
          <a:ln w="12700">
            <a:solidFill>
              <a:srgbClr val="4686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52800" y="0"/>
            <a:ext cx="313944" cy="50292"/>
          </a:xfrm>
          <a:prstGeom prst="rect">
            <a:avLst/>
          </a:prstGeom>
          <a:solidFill>
            <a:srgbClr val="428AE4"/>
          </a:solidFill>
          <a:ln w="12700">
            <a:solidFill>
              <a:srgbClr val="428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0"/>
            <a:ext cx="313944" cy="50292"/>
          </a:xfrm>
          <a:prstGeom prst="rect">
            <a:avLst/>
          </a:prstGeom>
          <a:solidFill>
            <a:srgbClr val="3F8EE5"/>
          </a:solidFill>
          <a:ln w="12700">
            <a:solidFill>
              <a:srgbClr val="3F8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2400" y="0"/>
            <a:ext cx="313944" cy="50292"/>
          </a:xfrm>
          <a:prstGeom prst="rect">
            <a:avLst/>
          </a:prstGeom>
          <a:solidFill>
            <a:srgbClr val="3B92E7"/>
          </a:solidFill>
          <a:ln w="12700">
            <a:solidFill>
              <a:srgbClr val="3B9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67200" y="0"/>
            <a:ext cx="313944" cy="50292"/>
          </a:xfrm>
          <a:prstGeom prst="rect">
            <a:avLst/>
          </a:prstGeom>
          <a:solidFill>
            <a:srgbClr val="3796E8"/>
          </a:solidFill>
          <a:ln w="12700">
            <a:solidFill>
              <a:srgbClr val="379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0"/>
            <a:ext cx="313944" cy="50292"/>
          </a:xfrm>
          <a:prstGeom prst="rect">
            <a:avLst/>
          </a:prstGeom>
          <a:solidFill>
            <a:srgbClr val="349BEA"/>
          </a:solidFill>
          <a:ln w="12700">
            <a:solidFill>
              <a:srgbClr val="349B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6800" y="0"/>
            <a:ext cx="313944" cy="50292"/>
          </a:xfrm>
          <a:prstGeom prst="rect">
            <a:avLst/>
          </a:prstGeom>
          <a:solidFill>
            <a:srgbClr val="309FEB"/>
          </a:solidFill>
          <a:ln w="12700">
            <a:solidFill>
              <a:srgbClr val="309F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81600" y="0"/>
            <a:ext cx="313944" cy="50292"/>
          </a:xfrm>
          <a:prstGeom prst="rect">
            <a:avLst/>
          </a:prstGeom>
          <a:solidFill>
            <a:srgbClr val="2CA3ED"/>
          </a:solidFill>
          <a:ln w="12700">
            <a:solidFill>
              <a:srgbClr val="2CA3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0"/>
            <a:ext cx="313944" cy="50292"/>
          </a:xfrm>
          <a:prstGeom prst="rect">
            <a:avLst/>
          </a:prstGeom>
          <a:solidFill>
            <a:srgbClr val="29A7EE"/>
          </a:solidFill>
          <a:ln w="12700">
            <a:solidFill>
              <a:srgbClr val="29A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91200" y="0"/>
            <a:ext cx="313944" cy="50292"/>
          </a:xfrm>
          <a:prstGeom prst="rect">
            <a:avLst/>
          </a:prstGeom>
          <a:solidFill>
            <a:srgbClr val="25ABF0"/>
          </a:solidFill>
          <a:ln w="12700">
            <a:solidFill>
              <a:srgbClr val="25AB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96000" y="0"/>
            <a:ext cx="313944" cy="50292"/>
          </a:xfrm>
          <a:prstGeom prst="rect">
            <a:avLst/>
          </a:prstGeom>
          <a:solidFill>
            <a:srgbClr val="21AFF1"/>
          </a:solidFill>
          <a:ln w="12700">
            <a:solidFill>
              <a:srgbClr val="21AF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0"/>
            <a:ext cx="313944" cy="50292"/>
          </a:xfrm>
          <a:prstGeom prst="rect">
            <a:avLst/>
          </a:prstGeom>
          <a:solidFill>
            <a:srgbClr val="1EB3F3"/>
          </a:solidFill>
          <a:ln w="12700">
            <a:solidFill>
              <a:srgbClr val="1EB3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05600" y="0"/>
            <a:ext cx="313944" cy="50292"/>
          </a:xfrm>
          <a:prstGeom prst="rect">
            <a:avLst/>
          </a:prstGeom>
          <a:solidFill>
            <a:srgbClr val="1AB7F4"/>
          </a:solidFill>
          <a:ln w="12700">
            <a:solidFill>
              <a:srgbClr val="1AB7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10400" y="0"/>
            <a:ext cx="313944" cy="50292"/>
          </a:xfrm>
          <a:prstGeom prst="rect">
            <a:avLst/>
          </a:prstGeom>
          <a:solidFill>
            <a:srgbClr val="16BBF6"/>
          </a:solidFill>
          <a:ln w="12700">
            <a:solidFill>
              <a:srgbClr val="16BB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0"/>
            <a:ext cx="313944" cy="50292"/>
          </a:xfrm>
          <a:prstGeom prst="rect">
            <a:avLst/>
          </a:prstGeom>
          <a:solidFill>
            <a:srgbClr val="12BFF7"/>
          </a:solidFill>
          <a:ln w="12700">
            <a:solidFill>
              <a:srgbClr val="12BF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20000" y="0"/>
            <a:ext cx="313944" cy="50292"/>
          </a:xfrm>
          <a:prstGeom prst="rect">
            <a:avLst/>
          </a:prstGeom>
          <a:solidFill>
            <a:srgbClr val="0FC4F9"/>
          </a:solidFill>
          <a:ln w="12700">
            <a:solidFill>
              <a:srgbClr val="0FC4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24800" y="0"/>
            <a:ext cx="313944" cy="50292"/>
          </a:xfrm>
          <a:prstGeom prst="rect">
            <a:avLst/>
          </a:prstGeom>
          <a:solidFill>
            <a:srgbClr val="0BC8FA"/>
          </a:solidFill>
          <a:ln w="12700">
            <a:solidFill>
              <a:srgbClr val="0BC8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0"/>
            <a:ext cx="313944" cy="50292"/>
          </a:xfrm>
          <a:prstGeom prst="rect">
            <a:avLst/>
          </a:prstGeom>
          <a:solidFill>
            <a:srgbClr val="07CCFC"/>
          </a:solidFill>
          <a:ln w="12700">
            <a:solidFill>
              <a:srgbClr val="07C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34400" y="0"/>
            <a:ext cx="313944" cy="50292"/>
          </a:xfrm>
          <a:prstGeom prst="rect">
            <a:avLst/>
          </a:prstGeom>
          <a:solidFill>
            <a:srgbClr val="04D0FD"/>
          </a:solidFill>
          <a:ln w="12700">
            <a:solidFill>
              <a:srgbClr val="04D0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39200" y="0"/>
            <a:ext cx="313944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347472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🧭</a:t>
            </a:r>
            <a:endParaRPr lang="en-US" sz="8000" dirty="0"/>
          </a:p>
        </p:txBody>
      </p:sp>
      <p:sp>
        <p:nvSpPr>
          <p:cNvPr id="36" name="Text 34"/>
          <p:cNvSpPr/>
          <p:nvPr/>
        </p:nvSpPr>
        <p:spPr>
          <a:xfrm>
            <a:off x="457200" y="221284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37" name="Text 35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AI  —  Navigating your future, intelligently.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926080" y="3657600"/>
            <a:ext cx="118872" cy="36576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35808" y="3657600"/>
            <a:ext cx="118872" cy="36576"/>
          </a:xfrm>
          <a:prstGeom prst="rect">
            <a:avLst/>
          </a:prstGeom>
          <a:solidFill>
            <a:srgbClr val="6761D5"/>
          </a:solidFill>
          <a:ln w="12700">
            <a:solidFill>
              <a:srgbClr val="6761D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45536" y="3657600"/>
            <a:ext cx="118872" cy="36576"/>
          </a:xfrm>
          <a:prstGeom prst="rect">
            <a:avLst/>
          </a:prstGeom>
          <a:solidFill>
            <a:srgbClr val="6465D6"/>
          </a:solidFill>
          <a:ln w="12700">
            <a:solidFill>
              <a:srgbClr val="6465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55264" y="3657600"/>
            <a:ext cx="118872" cy="36576"/>
          </a:xfrm>
          <a:prstGeom prst="rect">
            <a:avLst/>
          </a:prstGeom>
          <a:solidFill>
            <a:srgbClr val="6069D8"/>
          </a:solidFill>
          <a:ln w="12700">
            <a:solidFill>
              <a:srgbClr val="6069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64992" y="3657600"/>
            <a:ext cx="118872" cy="36576"/>
          </a:xfrm>
          <a:prstGeom prst="rect">
            <a:avLst/>
          </a:prstGeom>
          <a:solidFill>
            <a:srgbClr val="5C6DD9"/>
          </a:solidFill>
          <a:ln w="12700">
            <a:solidFill>
              <a:srgbClr val="5C6D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0" y="3657600"/>
            <a:ext cx="118872" cy="36576"/>
          </a:xfrm>
          <a:prstGeom prst="rect">
            <a:avLst/>
          </a:prstGeom>
          <a:solidFill>
            <a:srgbClr val="5972DB"/>
          </a:solidFill>
          <a:ln w="12700">
            <a:solidFill>
              <a:srgbClr val="5972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84448" y="3657600"/>
            <a:ext cx="118872" cy="36576"/>
          </a:xfrm>
          <a:prstGeom prst="rect">
            <a:avLst/>
          </a:prstGeom>
          <a:solidFill>
            <a:srgbClr val="5576DC"/>
          </a:solidFill>
          <a:ln w="12700">
            <a:solidFill>
              <a:srgbClr val="5576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94176" y="3657600"/>
            <a:ext cx="118872" cy="36576"/>
          </a:xfrm>
          <a:prstGeom prst="rect">
            <a:avLst/>
          </a:prstGeom>
          <a:solidFill>
            <a:srgbClr val="517ADE"/>
          </a:solidFill>
          <a:ln w="12700">
            <a:solidFill>
              <a:srgbClr val="517A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03904" y="3657600"/>
            <a:ext cx="118872" cy="36576"/>
          </a:xfrm>
          <a:prstGeom prst="rect">
            <a:avLst/>
          </a:prstGeom>
          <a:solidFill>
            <a:srgbClr val="4D7EDF"/>
          </a:solidFill>
          <a:ln w="12700">
            <a:solidFill>
              <a:srgbClr val="4D7ED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13632" y="3657600"/>
            <a:ext cx="118872" cy="36576"/>
          </a:xfrm>
          <a:prstGeom prst="rect">
            <a:avLst/>
          </a:prstGeom>
          <a:solidFill>
            <a:srgbClr val="4A82E1"/>
          </a:solidFill>
          <a:ln w="12700">
            <a:solidFill>
              <a:srgbClr val="4A82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3657600"/>
            <a:ext cx="118872" cy="36576"/>
          </a:xfrm>
          <a:prstGeom prst="rect">
            <a:avLst/>
          </a:prstGeom>
          <a:solidFill>
            <a:srgbClr val="4686E2"/>
          </a:solidFill>
          <a:ln w="12700">
            <a:solidFill>
              <a:srgbClr val="4686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33088" y="3657600"/>
            <a:ext cx="118872" cy="36576"/>
          </a:xfrm>
          <a:prstGeom prst="rect">
            <a:avLst/>
          </a:prstGeom>
          <a:solidFill>
            <a:srgbClr val="428AE4"/>
          </a:solidFill>
          <a:ln w="12700">
            <a:solidFill>
              <a:srgbClr val="428A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42816" y="3657600"/>
            <a:ext cx="118872" cy="36576"/>
          </a:xfrm>
          <a:prstGeom prst="rect">
            <a:avLst/>
          </a:prstGeom>
          <a:solidFill>
            <a:srgbClr val="3F8EE5"/>
          </a:solidFill>
          <a:ln w="12700">
            <a:solidFill>
              <a:srgbClr val="3F8E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52544" y="3657600"/>
            <a:ext cx="118872" cy="36576"/>
          </a:xfrm>
          <a:prstGeom prst="rect">
            <a:avLst/>
          </a:prstGeom>
          <a:solidFill>
            <a:srgbClr val="3B92E7"/>
          </a:solidFill>
          <a:ln w="12700">
            <a:solidFill>
              <a:srgbClr val="3B92E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62272" y="3657600"/>
            <a:ext cx="118872" cy="36576"/>
          </a:xfrm>
          <a:prstGeom prst="rect">
            <a:avLst/>
          </a:prstGeom>
          <a:solidFill>
            <a:srgbClr val="3796E8"/>
          </a:solidFill>
          <a:ln w="12700">
            <a:solidFill>
              <a:srgbClr val="3796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0" y="3657600"/>
            <a:ext cx="118872" cy="36576"/>
          </a:xfrm>
          <a:prstGeom prst="rect">
            <a:avLst/>
          </a:prstGeom>
          <a:solidFill>
            <a:srgbClr val="349BEA"/>
          </a:solidFill>
          <a:ln w="12700">
            <a:solidFill>
              <a:srgbClr val="349B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81728" y="3657600"/>
            <a:ext cx="118872" cy="36576"/>
          </a:xfrm>
          <a:prstGeom prst="rect">
            <a:avLst/>
          </a:prstGeom>
          <a:solidFill>
            <a:srgbClr val="309FEB"/>
          </a:solidFill>
          <a:ln w="12700">
            <a:solidFill>
              <a:srgbClr val="309F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91456" y="3657600"/>
            <a:ext cx="118872" cy="36576"/>
          </a:xfrm>
          <a:prstGeom prst="rect">
            <a:avLst/>
          </a:prstGeom>
          <a:solidFill>
            <a:srgbClr val="2CA3ED"/>
          </a:solidFill>
          <a:ln w="12700">
            <a:solidFill>
              <a:srgbClr val="2CA3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01184" y="3657600"/>
            <a:ext cx="118872" cy="36576"/>
          </a:xfrm>
          <a:prstGeom prst="rect">
            <a:avLst/>
          </a:prstGeom>
          <a:solidFill>
            <a:srgbClr val="29A7EE"/>
          </a:solidFill>
          <a:ln w="12700">
            <a:solidFill>
              <a:srgbClr val="29A7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10912" y="3657600"/>
            <a:ext cx="118872" cy="36576"/>
          </a:xfrm>
          <a:prstGeom prst="rect">
            <a:avLst/>
          </a:prstGeom>
          <a:solidFill>
            <a:srgbClr val="25ABF0"/>
          </a:solidFill>
          <a:ln w="12700">
            <a:solidFill>
              <a:srgbClr val="25AB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0" y="3657600"/>
            <a:ext cx="118872" cy="36576"/>
          </a:xfrm>
          <a:prstGeom prst="rect">
            <a:avLst/>
          </a:prstGeom>
          <a:solidFill>
            <a:srgbClr val="21AFF1"/>
          </a:solidFill>
          <a:ln w="12700">
            <a:solidFill>
              <a:srgbClr val="21AFF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30368" y="3657600"/>
            <a:ext cx="118872" cy="36576"/>
          </a:xfrm>
          <a:prstGeom prst="rect">
            <a:avLst/>
          </a:prstGeom>
          <a:solidFill>
            <a:srgbClr val="1EB3F3"/>
          </a:solidFill>
          <a:ln w="12700">
            <a:solidFill>
              <a:srgbClr val="1EB3F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40096" y="3657600"/>
            <a:ext cx="118872" cy="36576"/>
          </a:xfrm>
          <a:prstGeom prst="rect">
            <a:avLst/>
          </a:prstGeom>
          <a:solidFill>
            <a:srgbClr val="1AB7F4"/>
          </a:solidFill>
          <a:ln w="12700">
            <a:solidFill>
              <a:srgbClr val="1AB7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49824" y="3657600"/>
            <a:ext cx="118872" cy="36576"/>
          </a:xfrm>
          <a:prstGeom prst="rect">
            <a:avLst/>
          </a:prstGeom>
          <a:solidFill>
            <a:srgbClr val="16BBF6"/>
          </a:solidFill>
          <a:ln w="12700">
            <a:solidFill>
              <a:srgbClr val="16BB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59552" y="3657600"/>
            <a:ext cx="118872" cy="36576"/>
          </a:xfrm>
          <a:prstGeom prst="rect">
            <a:avLst/>
          </a:prstGeom>
          <a:solidFill>
            <a:srgbClr val="12BFF7"/>
          </a:solidFill>
          <a:ln w="12700">
            <a:solidFill>
              <a:srgbClr val="12BFF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69280" y="3657600"/>
            <a:ext cx="118872" cy="36576"/>
          </a:xfrm>
          <a:prstGeom prst="rect">
            <a:avLst/>
          </a:prstGeom>
          <a:solidFill>
            <a:srgbClr val="0FC4F9"/>
          </a:solidFill>
          <a:ln w="12700">
            <a:solidFill>
              <a:srgbClr val="0FC4F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779008" y="3657600"/>
            <a:ext cx="118872" cy="36576"/>
          </a:xfrm>
          <a:prstGeom prst="rect">
            <a:avLst/>
          </a:prstGeom>
          <a:solidFill>
            <a:srgbClr val="0BC8FA"/>
          </a:solidFill>
          <a:ln w="12700">
            <a:solidFill>
              <a:srgbClr val="0BC8F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88736" y="3657600"/>
            <a:ext cx="118872" cy="36576"/>
          </a:xfrm>
          <a:prstGeom prst="rect">
            <a:avLst/>
          </a:prstGeom>
          <a:solidFill>
            <a:srgbClr val="07CCFC"/>
          </a:solidFill>
          <a:ln w="12700">
            <a:solidFill>
              <a:srgbClr val="07CCF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98464" y="3657600"/>
            <a:ext cx="118872" cy="36576"/>
          </a:xfrm>
          <a:prstGeom prst="rect">
            <a:avLst/>
          </a:prstGeom>
          <a:solidFill>
            <a:srgbClr val="04D0FD"/>
          </a:solidFill>
          <a:ln w="12700">
            <a:solidFill>
              <a:srgbClr val="04D0F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08192" y="3657600"/>
            <a:ext cx="118872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05840" y="3840480"/>
            <a:ext cx="1664208" cy="347472"/>
          </a:xfrm>
          <a:prstGeom prst="roundRect">
            <a:avLst>
              <a:gd name="adj" fmla="val 18421"/>
            </a:avLst>
          </a:prstGeom>
          <a:solidFill>
            <a:srgbClr val="1B2C6B">
              <a:alpha val="8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005840" y="4151376"/>
            <a:ext cx="1664208" cy="36576"/>
          </a:xfrm>
          <a:prstGeom prst="roundRect">
            <a:avLst/>
          </a:prstGeom>
          <a:solidFill>
            <a:srgbClr val="00D4FF"/>
          </a:solidFill>
          <a:ln/>
        </p:spPr>
      </p:sp>
      <p:sp>
        <p:nvSpPr>
          <p:cNvPr id="70" name="Text 68"/>
          <p:cNvSpPr/>
          <p:nvPr/>
        </p:nvSpPr>
        <p:spPr>
          <a:xfrm>
            <a:off x="1005840" y="38404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2816352" y="3840480"/>
            <a:ext cx="1664208" cy="347472"/>
          </a:xfrm>
          <a:prstGeom prst="roundRect">
            <a:avLst>
              <a:gd name="adj" fmla="val 18421"/>
            </a:avLst>
          </a:prstGeom>
          <a:solidFill>
            <a:srgbClr val="1B2C6B">
              <a:alpha val="8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2816352" y="4151376"/>
            <a:ext cx="1664208" cy="36576"/>
          </a:xfrm>
          <a:prstGeom prst="roundRect">
            <a:avLst/>
          </a:prstGeom>
          <a:solidFill>
            <a:srgbClr val="7091E6"/>
          </a:solidFill>
          <a:ln/>
        </p:spPr>
      </p:sp>
      <p:sp>
        <p:nvSpPr>
          <p:cNvPr id="73" name="Text 71"/>
          <p:cNvSpPr/>
          <p:nvPr/>
        </p:nvSpPr>
        <p:spPr>
          <a:xfrm>
            <a:off x="2816352" y="38404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09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626864" y="3840480"/>
            <a:ext cx="1664208" cy="347472"/>
          </a:xfrm>
          <a:prstGeom prst="roundRect">
            <a:avLst>
              <a:gd name="adj" fmla="val 18421"/>
            </a:avLst>
          </a:prstGeom>
          <a:solidFill>
            <a:srgbClr val="1B2C6B">
              <a:alpha val="8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626864" y="4151376"/>
            <a:ext cx="1664208" cy="36576"/>
          </a:xfrm>
          <a:prstGeom prst="roundRect">
            <a:avLst/>
          </a:prstGeom>
          <a:solidFill>
            <a:srgbClr val="6B5DD3"/>
          </a:solidFill>
          <a:ln/>
        </p:spPr>
      </p:sp>
      <p:sp>
        <p:nvSpPr>
          <p:cNvPr id="76" name="Text 74"/>
          <p:cNvSpPr/>
          <p:nvPr/>
        </p:nvSpPr>
        <p:spPr>
          <a:xfrm>
            <a:off x="4626864" y="38404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437376" y="3840480"/>
            <a:ext cx="1664208" cy="347472"/>
          </a:xfrm>
          <a:prstGeom prst="roundRect">
            <a:avLst>
              <a:gd name="adj" fmla="val 18421"/>
            </a:avLst>
          </a:prstGeom>
          <a:solidFill>
            <a:srgbClr val="1B2C6B">
              <a:alpha val="8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6437376" y="4151376"/>
            <a:ext cx="1664208" cy="36576"/>
          </a:xfrm>
          <a:prstGeom prst="roundRect">
            <a:avLst/>
          </a:prstGeom>
          <a:solidFill>
            <a:srgbClr val="F0B429"/>
          </a:solidFill>
          <a:ln/>
        </p:spPr>
      </p:sp>
      <p:sp>
        <p:nvSpPr>
          <p:cNvPr id="79" name="Text 77"/>
          <p:cNvSpPr/>
          <p:nvPr/>
        </p:nvSpPr>
        <p:spPr>
          <a:xfrm>
            <a:off x="6437376" y="38404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1005840" y="4315968"/>
            <a:ext cx="1664208" cy="347472"/>
          </a:xfrm>
          <a:prstGeom prst="roundRect">
            <a:avLst>
              <a:gd name="adj" fmla="val 18421"/>
            </a:avLst>
          </a:prstGeom>
          <a:solidFill>
            <a:srgbClr val="1B2C6B">
              <a:alpha val="8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005840" y="4626864"/>
            <a:ext cx="1664208" cy="36576"/>
          </a:xfrm>
          <a:prstGeom prst="roundRect">
            <a:avLst/>
          </a:prstGeom>
          <a:solidFill>
            <a:srgbClr val="00E5A0"/>
          </a:solidFill>
          <a:ln/>
        </p:spPr>
      </p:sp>
      <p:sp>
        <p:nvSpPr>
          <p:cNvPr id="82" name="Text 80"/>
          <p:cNvSpPr/>
          <p:nvPr/>
        </p:nvSpPr>
        <p:spPr>
          <a:xfrm>
            <a:off x="1005840" y="43159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2816352" y="4315968"/>
            <a:ext cx="1664208" cy="347472"/>
          </a:xfrm>
          <a:prstGeom prst="roundRect">
            <a:avLst>
              <a:gd name="adj" fmla="val 18421"/>
            </a:avLst>
          </a:prstGeom>
          <a:solidFill>
            <a:srgbClr val="1B2C6B">
              <a:alpha val="8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2816352" y="4626864"/>
            <a:ext cx="1664208" cy="36576"/>
          </a:xfrm>
          <a:prstGeom prst="roundRect">
            <a:avLst/>
          </a:prstGeom>
          <a:solidFill>
            <a:srgbClr val="F25C8A"/>
          </a:solidFill>
          <a:ln/>
        </p:spPr>
      </p:sp>
      <p:sp>
        <p:nvSpPr>
          <p:cNvPr id="85" name="Text 83"/>
          <p:cNvSpPr/>
          <p:nvPr/>
        </p:nvSpPr>
        <p:spPr>
          <a:xfrm>
            <a:off x="2816352" y="43159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4626864" y="4315968"/>
            <a:ext cx="1664208" cy="347472"/>
          </a:xfrm>
          <a:prstGeom prst="roundRect">
            <a:avLst>
              <a:gd name="adj" fmla="val 18421"/>
            </a:avLst>
          </a:prstGeom>
          <a:solidFill>
            <a:srgbClr val="1B2C6B">
              <a:alpha val="8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4626864" y="4626864"/>
            <a:ext cx="1664208" cy="36576"/>
          </a:xfrm>
          <a:prstGeom prst="roundRect">
            <a:avLst/>
          </a:prstGeom>
          <a:solidFill>
            <a:srgbClr val="C8D4F0"/>
          </a:solidFill>
          <a:ln/>
        </p:spPr>
      </p:sp>
      <p:sp>
        <p:nvSpPr>
          <p:cNvPr id="88" name="Text 86"/>
          <p:cNvSpPr/>
          <p:nvPr/>
        </p:nvSpPr>
        <p:spPr>
          <a:xfrm>
            <a:off x="4626864" y="43159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437376" y="4315968"/>
            <a:ext cx="1664208" cy="347472"/>
          </a:xfrm>
          <a:prstGeom prst="roundRect">
            <a:avLst>
              <a:gd name="adj" fmla="val 18421"/>
            </a:avLst>
          </a:prstGeom>
          <a:solidFill>
            <a:srgbClr val="1B2C6B">
              <a:alpha val="8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6437376" y="4626864"/>
            <a:ext cx="1664208" cy="36576"/>
          </a:xfrm>
          <a:prstGeom prst="roundRect">
            <a:avLst/>
          </a:prstGeom>
          <a:solidFill>
            <a:srgbClr val="7091E6"/>
          </a:solidFill>
          <a:ln/>
        </p:spPr>
      </p:sp>
      <p:sp>
        <p:nvSpPr>
          <p:cNvPr id="91" name="Text 89"/>
          <p:cNvSpPr/>
          <p:nvPr/>
        </p:nvSpPr>
        <p:spPr>
          <a:xfrm>
            <a:off x="6437376" y="43159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09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18288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6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0" y="5047488"/>
            <a:ext cx="313944" cy="91440"/>
          </a:xfrm>
          <a:prstGeom prst="rect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04800" y="5047488"/>
            <a:ext cx="313944" cy="91440"/>
          </a:xfrm>
          <a:prstGeom prst="rect">
            <a:avLst/>
          </a:prstGeom>
          <a:solidFill>
            <a:srgbClr val="6761D5"/>
          </a:solidFill>
          <a:ln w="12700">
            <a:solidFill>
              <a:srgbClr val="6761D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9600" y="5047488"/>
            <a:ext cx="313944" cy="91440"/>
          </a:xfrm>
          <a:prstGeom prst="rect">
            <a:avLst/>
          </a:prstGeom>
          <a:solidFill>
            <a:srgbClr val="6465D6"/>
          </a:solidFill>
          <a:ln w="12700">
            <a:solidFill>
              <a:srgbClr val="6465D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14400" y="5047488"/>
            <a:ext cx="313944" cy="91440"/>
          </a:xfrm>
          <a:prstGeom prst="rect">
            <a:avLst/>
          </a:prstGeom>
          <a:solidFill>
            <a:srgbClr val="6069D8"/>
          </a:solidFill>
          <a:ln w="12700">
            <a:solidFill>
              <a:srgbClr val="6069D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219200" y="5047488"/>
            <a:ext cx="313944" cy="91440"/>
          </a:xfrm>
          <a:prstGeom prst="rect">
            <a:avLst/>
          </a:prstGeom>
          <a:solidFill>
            <a:srgbClr val="5C6DD9"/>
          </a:solidFill>
          <a:ln w="12700">
            <a:solidFill>
              <a:srgbClr val="5C6DD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524000" y="5047488"/>
            <a:ext cx="313944" cy="91440"/>
          </a:xfrm>
          <a:prstGeom prst="rect">
            <a:avLst/>
          </a:prstGeom>
          <a:solidFill>
            <a:srgbClr val="5972DB"/>
          </a:solidFill>
          <a:ln w="12700">
            <a:solidFill>
              <a:srgbClr val="5972D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828800" y="5047488"/>
            <a:ext cx="313944" cy="91440"/>
          </a:xfrm>
          <a:prstGeom prst="rect">
            <a:avLst/>
          </a:prstGeom>
          <a:solidFill>
            <a:srgbClr val="5576DC"/>
          </a:solidFill>
          <a:ln w="12700">
            <a:solidFill>
              <a:srgbClr val="5576D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133600" y="5047488"/>
            <a:ext cx="313944" cy="91440"/>
          </a:xfrm>
          <a:prstGeom prst="rect">
            <a:avLst/>
          </a:prstGeom>
          <a:solidFill>
            <a:srgbClr val="517ADE"/>
          </a:solidFill>
          <a:ln w="12700">
            <a:solidFill>
              <a:srgbClr val="517AD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438400" y="5047488"/>
            <a:ext cx="313944" cy="91440"/>
          </a:xfrm>
          <a:prstGeom prst="rect">
            <a:avLst/>
          </a:prstGeom>
          <a:solidFill>
            <a:srgbClr val="4D7EDF"/>
          </a:solidFill>
          <a:ln w="12700">
            <a:solidFill>
              <a:srgbClr val="4D7ED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0" y="5047488"/>
            <a:ext cx="313944" cy="91440"/>
          </a:xfrm>
          <a:prstGeom prst="rect">
            <a:avLst/>
          </a:prstGeom>
          <a:solidFill>
            <a:srgbClr val="4A82E1"/>
          </a:solidFill>
          <a:ln w="12700">
            <a:solidFill>
              <a:srgbClr val="4A82E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48000" y="5047488"/>
            <a:ext cx="313944" cy="91440"/>
          </a:xfrm>
          <a:prstGeom prst="rect">
            <a:avLst/>
          </a:prstGeom>
          <a:solidFill>
            <a:srgbClr val="4686E2"/>
          </a:solidFill>
          <a:ln w="12700">
            <a:solidFill>
              <a:srgbClr val="4686E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352800" y="5047488"/>
            <a:ext cx="313944" cy="91440"/>
          </a:xfrm>
          <a:prstGeom prst="rect">
            <a:avLst/>
          </a:prstGeom>
          <a:solidFill>
            <a:srgbClr val="428AE4"/>
          </a:solidFill>
          <a:ln w="12700">
            <a:solidFill>
              <a:srgbClr val="428AE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57600" y="5047488"/>
            <a:ext cx="313944" cy="91440"/>
          </a:xfrm>
          <a:prstGeom prst="rect">
            <a:avLst/>
          </a:prstGeom>
          <a:solidFill>
            <a:srgbClr val="3F8EE5"/>
          </a:solidFill>
          <a:ln w="12700">
            <a:solidFill>
              <a:srgbClr val="3F8EE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962400" y="5047488"/>
            <a:ext cx="313944" cy="91440"/>
          </a:xfrm>
          <a:prstGeom prst="rect">
            <a:avLst/>
          </a:prstGeom>
          <a:solidFill>
            <a:srgbClr val="3B92E7"/>
          </a:solidFill>
          <a:ln w="12700">
            <a:solidFill>
              <a:srgbClr val="3B92E7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67200" y="5047488"/>
            <a:ext cx="313944" cy="91440"/>
          </a:xfrm>
          <a:prstGeom prst="rect">
            <a:avLst/>
          </a:prstGeom>
          <a:solidFill>
            <a:srgbClr val="3796E8"/>
          </a:solidFill>
          <a:ln w="12700">
            <a:solidFill>
              <a:srgbClr val="3796E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572000" y="5047488"/>
            <a:ext cx="313944" cy="91440"/>
          </a:xfrm>
          <a:prstGeom prst="rect">
            <a:avLst/>
          </a:prstGeom>
          <a:solidFill>
            <a:srgbClr val="349BEA"/>
          </a:solidFill>
          <a:ln w="12700">
            <a:solidFill>
              <a:srgbClr val="349BE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876800" y="5047488"/>
            <a:ext cx="313944" cy="91440"/>
          </a:xfrm>
          <a:prstGeom prst="rect">
            <a:avLst/>
          </a:prstGeom>
          <a:solidFill>
            <a:srgbClr val="309FEB"/>
          </a:solidFill>
          <a:ln w="12700">
            <a:solidFill>
              <a:srgbClr val="309FE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181600" y="5047488"/>
            <a:ext cx="313944" cy="91440"/>
          </a:xfrm>
          <a:prstGeom prst="rect">
            <a:avLst/>
          </a:prstGeom>
          <a:solidFill>
            <a:srgbClr val="2CA3ED"/>
          </a:solidFill>
          <a:ln w="12700">
            <a:solidFill>
              <a:srgbClr val="2CA3E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486400" y="5047488"/>
            <a:ext cx="313944" cy="91440"/>
          </a:xfrm>
          <a:prstGeom prst="rect">
            <a:avLst/>
          </a:prstGeom>
          <a:solidFill>
            <a:srgbClr val="29A7EE"/>
          </a:solidFill>
          <a:ln w="12700">
            <a:solidFill>
              <a:srgbClr val="29A7E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791200" y="5047488"/>
            <a:ext cx="313944" cy="91440"/>
          </a:xfrm>
          <a:prstGeom prst="rect">
            <a:avLst/>
          </a:prstGeom>
          <a:solidFill>
            <a:srgbClr val="25ABF0"/>
          </a:solidFill>
          <a:ln w="12700">
            <a:solidFill>
              <a:srgbClr val="25ABF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096000" y="5047488"/>
            <a:ext cx="313944" cy="91440"/>
          </a:xfrm>
          <a:prstGeom prst="rect">
            <a:avLst/>
          </a:prstGeom>
          <a:solidFill>
            <a:srgbClr val="21AFF1"/>
          </a:solidFill>
          <a:ln w="12700">
            <a:solidFill>
              <a:srgbClr val="21AFF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400800" y="5047488"/>
            <a:ext cx="313944" cy="91440"/>
          </a:xfrm>
          <a:prstGeom prst="rect">
            <a:avLst/>
          </a:prstGeom>
          <a:solidFill>
            <a:srgbClr val="1EB3F3"/>
          </a:solidFill>
          <a:ln w="12700">
            <a:solidFill>
              <a:srgbClr val="1EB3F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705600" y="5047488"/>
            <a:ext cx="313944" cy="91440"/>
          </a:xfrm>
          <a:prstGeom prst="rect">
            <a:avLst/>
          </a:prstGeom>
          <a:solidFill>
            <a:srgbClr val="1AB7F4"/>
          </a:solidFill>
          <a:ln w="12700">
            <a:solidFill>
              <a:srgbClr val="1AB7F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010400" y="5047488"/>
            <a:ext cx="313944" cy="91440"/>
          </a:xfrm>
          <a:prstGeom prst="rect">
            <a:avLst/>
          </a:prstGeom>
          <a:solidFill>
            <a:srgbClr val="16BBF6"/>
          </a:solidFill>
          <a:ln w="12700">
            <a:solidFill>
              <a:srgbClr val="16BBF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315200" y="5047488"/>
            <a:ext cx="313944" cy="91440"/>
          </a:xfrm>
          <a:prstGeom prst="rect">
            <a:avLst/>
          </a:prstGeom>
          <a:solidFill>
            <a:srgbClr val="12BFF7"/>
          </a:solidFill>
          <a:ln w="12700">
            <a:solidFill>
              <a:srgbClr val="12BFF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620000" y="5047488"/>
            <a:ext cx="313944" cy="91440"/>
          </a:xfrm>
          <a:prstGeom prst="rect">
            <a:avLst/>
          </a:prstGeom>
          <a:solidFill>
            <a:srgbClr val="0FC4F9"/>
          </a:solidFill>
          <a:ln w="12700">
            <a:solidFill>
              <a:srgbClr val="0FC4F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924800" y="5047488"/>
            <a:ext cx="313944" cy="91440"/>
          </a:xfrm>
          <a:prstGeom prst="rect">
            <a:avLst/>
          </a:prstGeom>
          <a:solidFill>
            <a:srgbClr val="0BC8FA"/>
          </a:solidFill>
          <a:ln w="12700">
            <a:solidFill>
              <a:srgbClr val="0BC8F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229600" y="5047488"/>
            <a:ext cx="313944" cy="91440"/>
          </a:xfrm>
          <a:prstGeom prst="rect">
            <a:avLst/>
          </a:prstGeom>
          <a:solidFill>
            <a:srgbClr val="07CCFC"/>
          </a:solidFill>
          <a:ln w="12700">
            <a:solidFill>
              <a:srgbClr val="07CCF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534400" y="5047488"/>
            <a:ext cx="313944" cy="91440"/>
          </a:xfrm>
          <a:prstGeom prst="rect">
            <a:avLst/>
          </a:prstGeom>
          <a:solidFill>
            <a:srgbClr val="04D0FD"/>
          </a:solidFill>
          <a:ln w="12700">
            <a:solidFill>
              <a:srgbClr val="04D0F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839200" y="5047488"/>
            <a:ext cx="313944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PathFinder AI — Career Guidance Platform</dc:title>
  <dc:subject>PptxGenJS Presentation</dc:subject>
  <dc:creator>PptxGenJS</dc:creator>
  <cp:lastModifiedBy>PptxGenJS</cp:lastModifiedBy>
  <cp:revision>1</cp:revision>
  <dcterms:created xsi:type="dcterms:W3CDTF">2026-03-24T17:32:50Z</dcterms:created>
  <dcterms:modified xsi:type="dcterms:W3CDTF">2026-03-24T17:32:50Z</dcterms:modified>
</cp:coreProperties>
</file>